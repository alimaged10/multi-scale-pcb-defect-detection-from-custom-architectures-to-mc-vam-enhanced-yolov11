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20"/>
  </p:notesMasterIdLst>
  <p:sldIdLst>
    <p:sldId id="256" r:id="rId2"/>
    <p:sldId id="258" r:id="rId3"/>
    <p:sldId id="260" r:id="rId4"/>
    <p:sldId id="312" r:id="rId5"/>
    <p:sldId id="313" r:id="rId6"/>
    <p:sldId id="279" r:id="rId7"/>
    <p:sldId id="314" r:id="rId8"/>
    <p:sldId id="315" r:id="rId9"/>
    <p:sldId id="310" r:id="rId10"/>
    <p:sldId id="316" r:id="rId11"/>
    <p:sldId id="319" r:id="rId12"/>
    <p:sldId id="320" r:id="rId13"/>
    <p:sldId id="318" r:id="rId14"/>
    <p:sldId id="311" r:id="rId15"/>
    <p:sldId id="321" r:id="rId16"/>
    <p:sldId id="322" r:id="rId17"/>
    <p:sldId id="324" r:id="rId18"/>
    <p:sldId id="288" r:id="rId19"/>
  </p:sldIdLst>
  <p:sldSz cx="9144000" cy="5143500" type="screen16x9"/>
  <p:notesSz cx="6858000" cy="9144000"/>
  <p:embeddedFontLst>
    <p:embeddedFont>
      <p:font typeface="Barlow" panose="00000500000000000000" pitchFamily="2" charset="0"/>
      <p:regular r:id="rId21"/>
      <p:bold r:id="rId22"/>
      <p:italic r:id="rId23"/>
      <p:boldItalic r:id="rId24"/>
    </p:embeddedFont>
    <p:embeddedFont>
      <p:font typeface="Cambria Math" panose="02040503050406030204" pitchFamily="18" charset="0"/>
      <p:regular r:id="rId25"/>
    </p:embeddedFont>
    <p:embeddedFont>
      <p:font typeface="Montserrat" panose="000005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323676-87A4-43EE-BC01-C952D3EA1DFE}" v="816" dt="2026-06-17T16:44:12.085"/>
    <p1510:client id="{E0BAC115-B907-F117-7F3F-BD4C450BE21A}" v="288" dt="2026-06-16T23:17:16.698"/>
  </p1510:revLst>
</p1510:revInfo>
</file>

<file path=ppt/tableStyles.xml><?xml version="1.0" encoding="utf-8"?>
<a:tblStyleLst xmlns:a="http://schemas.openxmlformats.org/drawingml/2006/main" def="{11190EA8-CFA5-4758-9DA3-0BC6A9356B1B}">
  <a:tblStyle styleId="{11190EA8-CFA5-4758-9DA3-0BC6A9356B1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867" autoAdjust="0"/>
  </p:normalViewPr>
  <p:slideViewPr>
    <p:cSldViewPr snapToGrid="0">
      <p:cViewPr varScale="1">
        <p:scale>
          <a:sx n="103" d="100"/>
          <a:sy n="103" d="100"/>
        </p:scale>
        <p:origin x="130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Good Evening, I hope you’re all doing well.</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I’m Askar, and my teammate Ahmed are going to present the project about PCB Defect detection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a9469d1f40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a9469d1f40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We’re going to first talk about our problem, and then some data analysis to help for training, and then for proposed solutions , and lastly about some alternatives</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a9469d1f40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a9469d1f40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a:extLst>
            <a:ext uri="{FF2B5EF4-FFF2-40B4-BE49-F238E27FC236}">
              <a16:creationId xmlns:a16="http://schemas.microsoft.com/office/drawing/2014/main" id="{D28F2961-3F01-FC77-B461-58BFB0D4F886}"/>
            </a:ext>
          </a:extLst>
        </p:cNvPr>
        <p:cNvGrpSpPr/>
        <p:nvPr/>
      </p:nvGrpSpPr>
      <p:grpSpPr>
        <a:xfrm>
          <a:off x="0" y="0"/>
          <a:ext cx="0" cy="0"/>
          <a:chOff x="0" y="0"/>
          <a:chExt cx="0" cy="0"/>
        </a:xfrm>
      </p:grpSpPr>
      <p:sp>
        <p:nvSpPr>
          <p:cNvPr id="226" name="Google Shape;226;ga9fa940987_1_24:notes">
            <a:extLst>
              <a:ext uri="{FF2B5EF4-FFF2-40B4-BE49-F238E27FC236}">
                <a16:creationId xmlns:a16="http://schemas.microsoft.com/office/drawing/2014/main" id="{2C1C1F8A-4C7D-8235-6218-D38DA82B6B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a9fa940987_1_24:notes">
            <a:extLst>
              <a:ext uri="{FF2B5EF4-FFF2-40B4-BE49-F238E27FC236}">
                <a16:creationId xmlns:a16="http://schemas.microsoft.com/office/drawing/2014/main" id="{60A847E1-E14A-0D87-D281-CC98830205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So our problem in a brief, is that PCB defects are small and varied and very expensive to inspect manually, and yet these defects cause failure and slow production, that’s why we want to build a model that can detect and localize these defects automatically from images by deep learning</a:t>
            </a:r>
            <a:endParaRPr dirty="0"/>
          </a:p>
        </p:txBody>
      </p:sp>
    </p:spTree>
    <p:extLst>
      <p:ext uri="{BB962C8B-B14F-4D97-AF65-F5344CB8AC3E}">
        <p14:creationId xmlns:p14="http://schemas.microsoft.com/office/powerpoint/2010/main" val="37966306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a:extLst>
            <a:ext uri="{FF2B5EF4-FFF2-40B4-BE49-F238E27FC236}">
              <a16:creationId xmlns:a16="http://schemas.microsoft.com/office/drawing/2014/main" id="{B0D0D9DF-939E-3C5F-AB38-ED58656609AA}"/>
            </a:ext>
          </a:extLst>
        </p:cNvPr>
        <p:cNvGrpSpPr/>
        <p:nvPr/>
      </p:nvGrpSpPr>
      <p:grpSpPr>
        <a:xfrm>
          <a:off x="0" y="0"/>
          <a:ext cx="0" cy="0"/>
          <a:chOff x="0" y="0"/>
          <a:chExt cx="0" cy="0"/>
        </a:xfrm>
      </p:grpSpPr>
      <p:sp>
        <p:nvSpPr>
          <p:cNvPr id="300" name="Google Shape;300;ga9fa940987_1_69:notes">
            <a:extLst>
              <a:ext uri="{FF2B5EF4-FFF2-40B4-BE49-F238E27FC236}">
                <a16:creationId xmlns:a16="http://schemas.microsoft.com/office/drawing/2014/main" id="{3472A7E0-96D0-8042-59E8-12D3EB87FF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a9fa940987_1_69:notes">
            <a:extLst>
              <a:ext uri="{FF2B5EF4-FFF2-40B4-BE49-F238E27FC236}">
                <a16:creationId xmlns:a16="http://schemas.microsoft.com/office/drawing/2014/main" id="{53131A27-2271-0DC6-3BC0-4587196371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Here are the defects we are going to work on and we were talking about trying to detect and localize, which are :</a:t>
            </a:r>
            <a:br>
              <a:rPr lang="en-US" dirty="0"/>
            </a:br>
            <a:r>
              <a:rPr lang="en-US" dirty="0"/>
              <a:t>- missing holes</a:t>
            </a:r>
          </a:p>
          <a:p>
            <a:pPr marL="0" lvl="0" indent="0" algn="l" rtl="0">
              <a:spcBef>
                <a:spcPts val="0"/>
              </a:spcBef>
              <a:spcAft>
                <a:spcPts val="0"/>
              </a:spcAft>
              <a:buNone/>
            </a:pPr>
            <a:r>
              <a:rPr lang="en-US" dirty="0"/>
              <a:t>- Mouse bites </a:t>
            </a:r>
          </a:p>
          <a:p>
            <a:pPr marL="0" lvl="0" indent="0" algn="l" rtl="0">
              <a:spcBef>
                <a:spcPts val="0"/>
              </a:spcBef>
              <a:spcAft>
                <a:spcPts val="0"/>
              </a:spcAft>
              <a:buNone/>
            </a:pPr>
            <a:r>
              <a:rPr lang="en-US" dirty="0"/>
              <a:t>- Open circuits</a:t>
            </a:r>
          </a:p>
          <a:p>
            <a:pPr marL="0" lvl="0" indent="0" algn="l" rtl="0">
              <a:spcBef>
                <a:spcPts val="0"/>
              </a:spcBef>
              <a:spcAft>
                <a:spcPts val="0"/>
              </a:spcAft>
              <a:buNone/>
            </a:pPr>
            <a:r>
              <a:rPr lang="en-US" dirty="0"/>
              <a:t>- Short circuits</a:t>
            </a:r>
          </a:p>
          <a:p>
            <a:pPr marL="0" lvl="0" indent="0" algn="l" rtl="0">
              <a:spcBef>
                <a:spcPts val="0"/>
              </a:spcBef>
              <a:spcAft>
                <a:spcPts val="0"/>
              </a:spcAft>
              <a:buFontTx/>
              <a:buNone/>
            </a:pPr>
            <a:r>
              <a:rPr lang="en-US" dirty="0"/>
              <a:t>- Spurs</a:t>
            </a:r>
          </a:p>
          <a:p>
            <a:pPr marL="0" lvl="0" indent="0" algn="l" rtl="0">
              <a:spcBef>
                <a:spcPts val="0"/>
              </a:spcBef>
              <a:spcAft>
                <a:spcPts val="0"/>
              </a:spcAft>
              <a:buNone/>
            </a:pPr>
            <a:r>
              <a:rPr lang="en-US" dirty="0"/>
              <a:t>- Spurious copper</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0559115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a9fa940987_3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a9fa940987_3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Now let’s talk about our dataset and some data analysis which will help us in our project</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019C379A-E44E-D5CA-7778-D4B7BF4E8039}"/>
            </a:ext>
          </a:extLst>
        </p:cNvPr>
        <p:cNvGrpSpPr/>
        <p:nvPr/>
      </p:nvGrpSpPr>
      <p:grpSpPr>
        <a:xfrm>
          <a:off x="0" y="0"/>
          <a:ext cx="0" cy="0"/>
          <a:chOff x="0" y="0"/>
          <a:chExt cx="0" cy="0"/>
        </a:xfrm>
      </p:grpSpPr>
      <p:sp>
        <p:nvSpPr>
          <p:cNvPr id="232" name="Google Shape;232;ga9469d1f40_0_86:notes">
            <a:extLst>
              <a:ext uri="{FF2B5EF4-FFF2-40B4-BE49-F238E27FC236}">
                <a16:creationId xmlns:a16="http://schemas.microsoft.com/office/drawing/2014/main" id="{284E4A18-A747-5048-0E15-B5F885BE80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a:extLst>
              <a:ext uri="{FF2B5EF4-FFF2-40B4-BE49-F238E27FC236}">
                <a16:creationId xmlns:a16="http://schemas.microsoft.com/office/drawing/2014/main" id="{0E547FFC-BA6E-D115-014C-5F6DCEED07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First of all, about our dataset, our dataset consists of 693 </a:t>
            </a:r>
            <a:r>
              <a:rPr lang="en-US" dirty="0" err="1"/>
              <a:t>pcb</a:t>
            </a:r>
            <a:r>
              <a:rPr lang="en-US" dirty="0"/>
              <a:t> images which are not a lot and will need some processing and augmentation, and in each </a:t>
            </a:r>
            <a:r>
              <a:rPr lang="en-US" dirty="0" err="1"/>
              <a:t>pcb</a:t>
            </a:r>
            <a:r>
              <a:rPr lang="en-US" dirty="0"/>
              <a:t> image there is an average of 4 defects with the total of 2953 defects in all of the images, and as we saw in the previous slide we have 6 defects classes , and our images size are ranging from </a:t>
            </a:r>
            <a:r>
              <a:rPr lang="en-US" dirty="0">
                <a:latin typeface="Montserrat" panose="00000500000000000000" pitchFamily="2" charset="0"/>
              </a:rPr>
              <a:t>2240 x 1586 to 3056 x 2530 pixels which we will see the importance of this information in the next slide.</a:t>
            </a:r>
          </a:p>
          <a:p>
            <a:pPr marL="0" lvl="0" indent="0" algn="l" rtl="0">
              <a:spcBef>
                <a:spcPts val="0"/>
              </a:spcBef>
              <a:spcAft>
                <a:spcPts val="0"/>
              </a:spcAft>
              <a:buNone/>
            </a:pPr>
            <a:endParaRPr lang="en-US" dirty="0">
              <a:latin typeface="Montserrat" panose="00000500000000000000" pitchFamily="2" charset="0"/>
            </a:endParaRPr>
          </a:p>
          <a:p>
            <a:pPr marL="0" lvl="0" indent="0" algn="l" rtl="0">
              <a:spcBef>
                <a:spcPts val="0"/>
              </a:spcBef>
              <a:spcAft>
                <a:spcPts val="0"/>
              </a:spcAft>
              <a:buNone/>
            </a:pPr>
            <a:r>
              <a:rPr lang="en-US" dirty="0">
                <a:latin typeface="Montserrat" panose="00000500000000000000" pitchFamily="2" charset="0"/>
              </a:rPr>
              <a:t>Also we did check the defects class distributions , and as we can see al of our defects are evenly distributed which make us not worry about the class imbalance.</a:t>
            </a:r>
            <a:endParaRPr dirty="0"/>
          </a:p>
        </p:txBody>
      </p:sp>
    </p:spTree>
    <p:extLst>
      <p:ext uri="{BB962C8B-B14F-4D97-AF65-F5344CB8AC3E}">
        <p14:creationId xmlns:p14="http://schemas.microsoft.com/office/powerpoint/2010/main" val="28415117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2A1742B0-85E3-3F25-D184-C83B32FF3105}"/>
            </a:ext>
          </a:extLst>
        </p:cNvPr>
        <p:cNvGrpSpPr/>
        <p:nvPr/>
      </p:nvGrpSpPr>
      <p:grpSpPr>
        <a:xfrm>
          <a:off x="0" y="0"/>
          <a:ext cx="0" cy="0"/>
          <a:chOff x="0" y="0"/>
          <a:chExt cx="0" cy="0"/>
        </a:xfrm>
      </p:grpSpPr>
      <p:sp>
        <p:nvSpPr>
          <p:cNvPr id="232" name="Google Shape;232;ga9469d1f40_0_86:notes">
            <a:extLst>
              <a:ext uri="{FF2B5EF4-FFF2-40B4-BE49-F238E27FC236}">
                <a16:creationId xmlns:a16="http://schemas.microsoft.com/office/drawing/2014/main" id="{33363562-6739-3C17-3BA0-86888678C8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a:extLst>
              <a:ext uri="{FF2B5EF4-FFF2-40B4-BE49-F238E27FC236}">
                <a16:creationId xmlns:a16="http://schemas.microsoft.com/office/drawing/2014/main" id="{9476299A-DC06-F61F-491D-357CFAE5EB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As we said that our </a:t>
            </a:r>
            <a:r>
              <a:rPr lang="en-US" b="0" dirty="0">
                <a:latin typeface="Montserrat" panose="00000500000000000000" pitchFamily="2" charset="0"/>
              </a:rPr>
              <a:t>image sizes </a:t>
            </a:r>
            <a:r>
              <a:rPr lang="en-US" dirty="0">
                <a:latin typeface="Montserrat" panose="00000500000000000000" pitchFamily="2" charset="0"/>
              </a:rPr>
              <a:t>ranging from </a:t>
            </a:r>
            <a:r>
              <a:rPr lang="en-US" b="0" dirty="0">
                <a:latin typeface="Montserrat" panose="00000500000000000000" pitchFamily="2" charset="0"/>
              </a:rPr>
              <a:t>2240 x 1586 to 3056 x 2530, and when we did the same with the defects , we found that the defects size are relatively too small compared to the image size, which make it hard for feature extraction and for detection and it adds a challenge to our project and we will see later how to deal with it.</a:t>
            </a:r>
            <a:endParaRPr b="0" dirty="0"/>
          </a:p>
        </p:txBody>
      </p:sp>
    </p:spTree>
    <p:extLst>
      <p:ext uri="{BB962C8B-B14F-4D97-AF65-F5344CB8AC3E}">
        <p14:creationId xmlns:p14="http://schemas.microsoft.com/office/powerpoint/2010/main" val="23478390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32941504-B79E-141A-2AE7-6B3E034D1373}"/>
            </a:ext>
          </a:extLst>
        </p:cNvPr>
        <p:cNvGrpSpPr/>
        <p:nvPr/>
      </p:nvGrpSpPr>
      <p:grpSpPr>
        <a:xfrm>
          <a:off x="0" y="0"/>
          <a:ext cx="0" cy="0"/>
          <a:chOff x="0" y="0"/>
          <a:chExt cx="0" cy="0"/>
        </a:xfrm>
      </p:grpSpPr>
      <p:sp>
        <p:nvSpPr>
          <p:cNvPr id="219" name="Google Shape;219;ga9469d1f40_0_61:notes">
            <a:extLst>
              <a:ext uri="{FF2B5EF4-FFF2-40B4-BE49-F238E27FC236}">
                <a16:creationId xmlns:a16="http://schemas.microsoft.com/office/drawing/2014/main" id="{074A14E9-E11E-1907-AB53-5E9F60C9B0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a9469d1f40_0_61:notes">
            <a:extLst>
              <a:ext uri="{FF2B5EF4-FFF2-40B4-BE49-F238E27FC236}">
                <a16:creationId xmlns:a16="http://schemas.microsoft.com/office/drawing/2014/main" id="{F843B6C1-7A61-022C-6C9B-F0FC7F59FD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Now we will talk about solutions for solving our problem</a:t>
            </a:r>
            <a:endParaRPr dirty="0"/>
          </a:p>
        </p:txBody>
      </p:sp>
    </p:spTree>
    <p:extLst>
      <p:ext uri="{BB962C8B-B14F-4D97-AF65-F5344CB8AC3E}">
        <p14:creationId xmlns:p14="http://schemas.microsoft.com/office/powerpoint/2010/main" val="24116038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DE0A4158-65E2-9DC1-A62C-2FA60EA16243}"/>
            </a:ext>
          </a:extLst>
        </p:cNvPr>
        <p:cNvGrpSpPr/>
        <p:nvPr/>
      </p:nvGrpSpPr>
      <p:grpSpPr>
        <a:xfrm>
          <a:off x="0" y="0"/>
          <a:ext cx="0" cy="0"/>
          <a:chOff x="0" y="0"/>
          <a:chExt cx="0" cy="0"/>
        </a:xfrm>
      </p:grpSpPr>
      <p:sp>
        <p:nvSpPr>
          <p:cNvPr id="232" name="Google Shape;232;ga9469d1f40_0_86:notes">
            <a:extLst>
              <a:ext uri="{FF2B5EF4-FFF2-40B4-BE49-F238E27FC236}">
                <a16:creationId xmlns:a16="http://schemas.microsoft.com/office/drawing/2014/main" id="{26047E78-D050-E814-C770-33AC8EAF67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a:extLst>
              <a:ext uri="{FF2B5EF4-FFF2-40B4-BE49-F238E27FC236}">
                <a16:creationId xmlns:a16="http://schemas.microsoft.com/office/drawing/2014/main" id="{72BEB54D-55E4-E16E-0CFC-94A984AF21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Font typeface="Arial" panose="020B0604020202020204" pitchFamily="34" charset="0"/>
              <a:buNone/>
            </a:pPr>
            <a:r>
              <a:rPr lang="en-US" dirty="0"/>
              <a:t>So the first proposed solution was a network completely built from scratch, we started by resizing the images to be 800x800 and then we had 3 stages of feature extraction as shown</a:t>
            </a:r>
            <a:r>
              <a:rPr lang="ar-EG" dirty="0"/>
              <a:t> </a:t>
            </a:r>
            <a:r>
              <a:rPr lang="en-US" dirty="0"/>
              <a:t>in the figure, and each conv block consists of a 3x3 convolution followed by a batch normalization followed by </a:t>
            </a:r>
            <a:r>
              <a:rPr lang="en-US" dirty="0" err="1"/>
              <a:t>relu</a:t>
            </a:r>
            <a:r>
              <a:rPr lang="en-US" dirty="0"/>
              <a:t> function, and then for the detection head which is a vector of 11 information, 1 for </a:t>
            </a:r>
            <a:r>
              <a:rPr lang="en-US" dirty="0" err="1"/>
              <a:t>objectness</a:t>
            </a:r>
            <a:r>
              <a:rPr lang="en-US" dirty="0"/>
              <a:t>, 6 for the classes after one hot </a:t>
            </a:r>
            <a:r>
              <a:rPr lang="en-US" dirty="0" err="1"/>
              <a:t>incoding</a:t>
            </a:r>
            <a:r>
              <a:rPr lang="en-US" dirty="0"/>
              <a:t> it , and 4 for the </a:t>
            </a:r>
            <a:r>
              <a:rPr lang="en-US" dirty="0" err="1"/>
              <a:t>localiztion</a:t>
            </a:r>
            <a:r>
              <a:rPr lang="en-US" dirty="0"/>
              <a:t>, as for the loss function it is trying to learn 3 things which are </a:t>
            </a:r>
            <a:r>
              <a:rPr lang="en-US" dirty="0" err="1"/>
              <a:t>objectness</a:t>
            </a:r>
            <a:r>
              <a:rPr lang="en-US" dirty="0"/>
              <a:t> by the binary cross entropy , and the classification with the cross entropy and the localization with the smooth L1 function, we also did data augmentation by horizontal and vertical flips and </a:t>
            </a:r>
            <a:r>
              <a:rPr lang="en-US" sz="1100" dirty="0">
                <a:latin typeface="Montserrat" panose="00000500000000000000" pitchFamily="2" charset="0"/>
              </a:rPr>
              <a:t>slight brightness and contrast adjustments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2323185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30FEBD87-B4ED-FC17-069D-BC82CA2DA053}"/>
            </a:ext>
          </a:extLst>
        </p:cNvPr>
        <p:cNvGrpSpPr/>
        <p:nvPr/>
      </p:nvGrpSpPr>
      <p:grpSpPr>
        <a:xfrm>
          <a:off x="0" y="0"/>
          <a:ext cx="0" cy="0"/>
          <a:chOff x="0" y="0"/>
          <a:chExt cx="0" cy="0"/>
        </a:xfrm>
      </p:grpSpPr>
      <p:sp>
        <p:nvSpPr>
          <p:cNvPr id="232" name="Google Shape;232;ga9469d1f40_0_86:notes">
            <a:extLst>
              <a:ext uri="{FF2B5EF4-FFF2-40B4-BE49-F238E27FC236}">
                <a16:creationId xmlns:a16="http://schemas.microsoft.com/office/drawing/2014/main" id="{ABB3CF7E-1951-34AB-4EA3-023EFD384B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a:extLst>
              <a:ext uri="{FF2B5EF4-FFF2-40B4-BE49-F238E27FC236}">
                <a16:creationId xmlns:a16="http://schemas.microsoft.com/office/drawing/2014/main" id="{BBC7795C-966C-4183-B960-EF3EBB2B64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And this model failed because it failed to do the feature extraction well due to the small size of the defects, so when we lowered the threshold for detection it started hallucinating and when we made it higher it failed to detect a lot of defects as shown in the figure, and my teammate Aly will say how did we fix it in the next slide</a:t>
            </a:r>
            <a:endParaRPr dirty="0"/>
          </a:p>
        </p:txBody>
      </p:sp>
    </p:spTree>
    <p:extLst>
      <p:ext uri="{BB962C8B-B14F-4D97-AF65-F5344CB8AC3E}">
        <p14:creationId xmlns:p14="http://schemas.microsoft.com/office/powerpoint/2010/main" val="3393579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7B613861-026B-0E0F-8693-1CB6B5B77EC2}"/>
            </a:ext>
          </a:extLst>
        </p:cNvPr>
        <p:cNvGrpSpPr/>
        <p:nvPr/>
      </p:nvGrpSpPr>
      <p:grpSpPr>
        <a:xfrm>
          <a:off x="0" y="0"/>
          <a:ext cx="0" cy="0"/>
          <a:chOff x="0" y="0"/>
          <a:chExt cx="0" cy="0"/>
        </a:xfrm>
      </p:grpSpPr>
      <p:sp>
        <p:nvSpPr>
          <p:cNvPr id="232" name="Google Shape;232;ga9469d1f40_0_86:notes">
            <a:extLst>
              <a:ext uri="{FF2B5EF4-FFF2-40B4-BE49-F238E27FC236}">
                <a16:creationId xmlns:a16="http://schemas.microsoft.com/office/drawing/2014/main" id="{B9463EB6-E892-46D5-C366-B437E6117A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a:extLst>
              <a:ext uri="{FF2B5EF4-FFF2-40B4-BE49-F238E27FC236}">
                <a16:creationId xmlns:a16="http://schemas.microsoft.com/office/drawing/2014/main" id="{6797CFBA-6009-4FC4-B6ED-6DD74A2C22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Good evening I’m Aly, and I’m going to talk first about how we solved this problem, we solved this problem by choosing to do the feature extraction by using the resnet34 backbone which was trained on the </a:t>
            </a:r>
            <a:r>
              <a:rPr lang="en-US" dirty="0" err="1"/>
              <a:t>imagenet</a:t>
            </a:r>
            <a:r>
              <a:rPr lang="en-US" dirty="0"/>
              <a:t> dataset, and we chose to have just the first 4 layers of the </a:t>
            </a:r>
            <a:r>
              <a:rPr lang="en-US" dirty="0" err="1"/>
              <a:t>resnet</a:t>
            </a:r>
            <a:r>
              <a:rPr lang="en-US" dirty="0"/>
              <a:t> and then fusing the features from the third and forth layer which </a:t>
            </a:r>
            <a:r>
              <a:rPr lang="en-US" sz="1100" b="0" i="0" u="none" strike="noStrike" cap="none" dirty="0">
                <a:solidFill>
                  <a:srgbClr val="000000"/>
                </a:solidFill>
                <a:effectLst/>
                <a:latin typeface="Arial"/>
                <a:ea typeface="Arial"/>
                <a:cs typeface="Arial"/>
                <a:sym typeface="Arial"/>
              </a:rPr>
              <a:t>combines the high spatial resolution of C3 (which prevents tiny defects from getting lost during </a:t>
            </a:r>
            <a:r>
              <a:rPr lang="en-US" sz="1100" b="0" i="0" u="none" strike="noStrike" cap="none" dirty="0" err="1">
                <a:solidFill>
                  <a:srgbClr val="000000"/>
                </a:solidFill>
                <a:effectLst/>
                <a:latin typeface="Arial"/>
                <a:ea typeface="Arial"/>
                <a:cs typeface="Arial"/>
                <a:sym typeface="Arial"/>
              </a:rPr>
              <a:t>downsampling</a:t>
            </a:r>
            <a:r>
              <a:rPr lang="en-US" sz="1100" b="0" i="0" u="none" strike="noStrike" cap="none" dirty="0">
                <a:solidFill>
                  <a:srgbClr val="000000"/>
                </a:solidFill>
                <a:effectLst/>
                <a:latin typeface="Arial"/>
                <a:ea typeface="Arial"/>
                <a:cs typeface="Arial"/>
                <a:sym typeface="Arial"/>
              </a:rPr>
              <a:t>) with the deep semantic context of C4 (which is necessary to identify and classify the defects accurately). </a:t>
            </a:r>
            <a:r>
              <a:rPr lang="en-US" dirty="0"/>
              <a:t>and then continue with the same style of the detection head shown in the previous slide, we kept the loss function as it is and we did nearly the same augmentation but we removed the brightness and contrast </a:t>
            </a:r>
            <a:endParaRPr dirty="0"/>
          </a:p>
        </p:txBody>
      </p:sp>
    </p:spTree>
    <p:extLst>
      <p:ext uri="{BB962C8B-B14F-4D97-AF65-F5344CB8AC3E}">
        <p14:creationId xmlns:p14="http://schemas.microsoft.com/office/powerpoint/2010/main" val="16786998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B4F639D3-4EE1-D64B-5FB8-CF352E0632E0}"/>
            </a:ext>
          </a:extLst>
        </p:cNvPr>
        <p:cNvGrpSpPr/>
        <p:nvPr/>
      </p:nvGrpSpPr>
      <p:grpSpPr>
        <a:xfrm>
          <a:off x="0" y="0"/>
          <a:ext cx="0" cy="0"/>
          <a:chOff x="0" y="0"/>
          <a:chExt cx="0" cy="0"/>
        </a:xfrm>
      </p:grpSpPr>
      <p:sp>
        <p:nvSpPr>
          <p:cNvPr id="232" name="Google Shape;232;ga9469d1f40_0_86:notes">
            <a:extLst>
              <a:ext uri="{FF2B5EF4-FFF2-40B4-BE49-F238E27FC236}">
                <a16:creationId xmlns:a16="http://schemas.microsoft.com/office/drawing/2014/main" id="{8010182E-A8ED-CF9F-91CF-D2D1769BA8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a:extLst>
              <a:ext uri="{FF2B5EF4-FFF2-40B4-BE49-F238E27FC236}">
                <a16:creationId xmlns:a16="http://schemas.microsoft.com/office/drawing/2014/main" id="{16BBD494-4EC0-4B7A-A328-83036B9A35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So when we trained this model, we got a 95.71% image classification accuracy which is how many correct defects are classified in the image despite the localization, and as for the other metrics which are computed through the intersection over union, it wasn’t bad also but it’s not the best, and when we tracked why wasn’t it the best, we found out it was because </a:t>
            </a:r>
            <a:r>
              <a:rPr lang="en-US" dirty="0" err="1"/>
              <a:t>iof</a:t>
            </a:r>
            <a:r>
              <a:rPr lang="en-US" dirty="0"/>
              <a:t> this what we see the slide, the model succeeded to detect the 3 defects with the right classes and it also succeeded to localize it, but looking at the red and green boxes, it didn’t exactly match making the other metrics concerning the localization not the best, although for out project this case we see is a success we don’t need the best quality for the box we </a:t>
            </a:r>
            <a:r>
              <a:rPr lang="en-US" dirty="0" err="1"/>
              <a:t>neet</a:t>
            </a:r>
            <a:r>
              <a:rPr lang="en-US" dirty="0"/>
              <a:t> it to be detected and localized well.</a:t>
            </a:r>
            <a:endParaRPr dirty="0"/>
          </a:p>
        </p:txBody>
      </p:sp>
    </p:spTree>
    <p:extLst>
      <p:ext uri="{BB962C8B-B14F-4D97-AF65-F5344CB8AC3E}">
        <p14:creationId xmlns:p14="http://schemas.microsoft.com/office/powerpoint/2010/main" val="2305988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FD8D4DC4-4429-5F3A-FFE0-9AFB9A5C0B3A}"/>
            </a:ext>
          </a:extLst>
        </p:cNvPr>
        <p:cNvGrpSpPr/>
        <p:nvPr/>
      </p:nvGrpSpPr>
      <p:grpSpPr>
        <a:xfrm>
          <a:off x="0" y="0"/>
          <a:ext cx="0" cy="0"/>
          <a:chOff x="0" y="0"/>
          <a:chExt cx="0" cy="0"/>
        </a:xfrm>
      </p:grpSpPr>
      <p:sp>
        <p:nvSpPr>
          <p:cNvPr id="494" name="Google Shape;494;ga9fa940987_3_133:notes">
            <a:extLst>
              <a:ext uri="{FF2B5EF4-FFF2-40B4-BE49-F238E27FC236}">
                <a16:creationId xmlns:a16="http://schemas.microsoft.com/office/drawing/2014/main" id="{7C14111B-B85D-2AD3-E577-01575E8A9F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a9fa940987_3_133:notes">
            <a:extLst>
              <a:ext uri="{FF2B5EF4-FFF2-40B4-BE49-F238E27FC236}">
                <a16:creationId xmlns:a16="http://schemas.microsoft.com/office/drawing/2014/main" id="{E292023A-7ADF-5123-79E6-12CA7EFBD2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And now in just 2 minutes we’re going to talk about some alternatives we explored without getting into much details because of the time limit.</a:t>
            </a:r>
            <a:endParaRPr dirty="0"/>
          </a:p>
        </p:txBody>
      </p:sp>
    </p:spTree>
    <p:extLst>
      <p:ext uri="{BB962C8B-B14F-4D97-AF65-F5344CB8AC3E}">
        <p14:creationId xmlns:p14="http://schemas.microsoft.com/office/powerpoint/2010/main" val="17535126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EAF121EC-D373-7F24-3B65-F572D7DAF85D}"/>
            </a:ext>
          </a:extLst>
        </p:cNvPr>
        <p:cNvGrpSpPr/>
        <p:nvPr/>
      </p:nvGrpSpPr>
      <p:grpSpPr>
        <a:xfrm>
          <a:off x="0" y="0"/>
          <a:ext cx="0" cy="0"/>
          <a:chOff x="0" y="0"/>
          <a:chExt cx="0" cy="0"/>
        </a:xfrm>
      </p:grpSpPr>
      <p:sp>
        <p:nvSpPr>
          <p:cNvPr id="232" name="Google Shape;232;ga9469d1f40_0_86:notes">
            <a:extLst>
              <a:ext uri="{FF2B5EF4-FFF2-40B4-BE49-F238E27FC236}">
                <a16:creationId xmlns:a16="http://schemas.microsoft.com/office/drawing/2014/main" id="{C6120612-292D-C824-EC61-6984827A2F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a:extLst>
              <a:ext uri="{FF2B5EF4-FFF2-40B4-BE49-F238E27FC236}">
                <a16:creationId xmlns:a16="http://schemas.microsoft.com/office/drawing/2014/main" id="{8CD982FE-02EA-52AA-70D8-D799932503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So after literature review and exploring different solutions, we found out that all the modern papers for this problem or similar problems use the yolov11 as a back bone which is alone is very strong because nowadays just the yolo itself has multi-scale context extraction blocks, it has attention mechanism that highlights important image regions as in our problem the defects , and the attention helps so much with the feature extraction in our problem, but it still has the same problem of the defects being very small because yolo is trained on common objects in context like cars, dogs, cats etc..</a:t>
            </a:r>
            <a:endParaRPr dirty="0"/>
          </a:p>
        </p:txBody>
      </p:sp>
    </p:spTree>
    <p:extLst>
      <p:ext uri="{BB962C8B-B14F-4D97-AF65-F5344CB8AC3E}">
        <p14:creationId xmlns:p14="http://schemas.microsoft.com/office/powerpoint/2010/main" val="12652733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D5C5E789-BD32-0398-657B-EA77AA3AC4BA}"/>
            </a:ext>
          </a:extLst>
        </p:cNvPr>
        <p:cNvGrpSpPr/>
        <p:nvPr/>
      </p:nvGrpSpPr>
      <p:grpSpPr>
        <a:xfrm>
          <a:off x="0" y="0"/>
          <a:ext cx="0" cy="0"/>
          <a:chOff x="0" y="0"/>
          <a:chExt cx="0" cy="0"/>
        </a:xfrm>
      </p:grpSpPr>
      <p:sp>
        <p:nvSpPr>
          <p:cNvPr id="232" name="Google Shape;232;ga9469d1f40_0_86:notes">
            <a:extLst>
              <a:ext uri="{FF2B5EF4-FFF2-40B4-BE49-F238E27FC236}">
                <a16:creationId xmlns:a16="http://schemas.microsoft.com/office/drawing/2014/main" id="{76A7C772-85BC-CA92-7F12-8A00A0B345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a:extLst>
              <a:ext uri="{FF2B5EF4-FFF2-40B4-BE49-F238E27FC236}">
                <a16:creationId xmlns:a16="http://schemas.microsoft.com/office/drawing/2014/main" id="{29725963-A3EB-91CD-0A73-4C91502016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So upon literature review, we found that paper called a multi cognitive </a:t>
            </a:r>
            <a:r>
              <a:rPr lang="en-US" dirty="0" err="1"/>
              <a:t>pcb</a:t>
            </a:r>
            <a:r>
              <a:rPr lang="en-US" dirty="0"/>
              <a:t> defect detection model integrating mamba, it also used the yolov11 as a backbone but it introduced a block called MC-VAM which is a multi cognitive visual attention module designed to improve the feature extraction by capturing information at multiple spatial scales which enhances the small defect detection which is suitable for our project, and as we can see on the right figure that it chooses different activation function and it adds more attention from the input feature to enhance it.</a:t>
            </a:r>
            <a:endParaRPr dirty="0"/>
          </a:p>
        </p:txBody>
      </p:sp>
    </p:spTree>
    <p:extLst>
      <p:ext uri="{BB962C8B-B14F-4D97-AF65-F5344CB8AC3E}">
        <p14:creationId xmlns:p14="http://schemas.microsoft.com/office/powerpoint/2010/main" val="29624095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a:extLst>
            <a:ext uri="{FF2B5EF4-FFF2-40B4-BE49-F238E27FC236}">
              <a16:creationId xmlns:a16="http://schemas.microsoft.com/office/drawing/2014/main" id="{756838FA-BFDE-B18F-03D7-CA964FD1383A}"/>
            </a:ext>
          </a:extLst>
        </p:cNvPr>
        <p:cNvGrpSpPr/>
        <p:nvPr/>
      </p:nvGrpSpPr>
      <p:grpSpPr>
        <a:xfrm>
          <a:off x="0" y="0"/>
          <a:ext cx="0" cy="0"/>
          <a:chOff x="0" y="0"/>
          <a:chExt cx="0" cy="0"/>
        </a:xfrm>
      </p:grpSpPr>
      <p:sp>
        <p:nvSpPr>
          <p:cNvPr id="248" name="Google Shape;248;ga9fa940987_0_23:notes">
            <a:extLst>
              <a:ext uri="{FF2B5EF4-FFF2-40B4-BE49-F238E27FC236}">
                <a16:creationId xmlns:a16="http://schemas.microsoft.com/office/drawing/2014/main" id="{3FE8415F-A77E-BA6A-E0C7-0E177D8ED4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a9fa940987_0_23:notes">
            <a:extLst>
              <a:ext uri="{FF2B5EF4-FFF2-40B4-BE49-F238E27FC236}">
                <a16:creationId xmlns:a16="http://schemas.microsoft.com/office/drawing/2014/main" id="{F5C481CE-98FE-0122-D6D2-944B9BF76C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Comparing the yolov11 baseline to the enhanced yolo didn’t add THAT much, but because the paper mentions also added two more sophisticated blocks as the MC-VAM block, and adding the three blocks to the yolov11 backbone increased the results more but we didn’t have much time to explore more, so in the future work hopefully we can explore more and explore the added blocks in the paper mentioned</a:t>
            </a:r>
            <a:endParaRPr dirty="0"/>
          </a:p>
        </p:txBody>
      </p:sp>
    </p:spTree>
    <p:extLst>
      <p:ext uri="{BB962C8B-B14F-4D97-AF65-F5344CB8AC3E}">
        <p14:creationId xmlns:p14="http://schemas.microsoft.com/office/powerpoint/2010/main" val="34716251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ga9fa94098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6" name="Google Shape;646;ga9fa94098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And thank you for listening to us, and now for the questions part</a:t>
            </a: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643858" y="1172225"/>
            <a:ext cx="6770700" cy="2052600"/>
          </a:xfrm>
          <a:prstGeom prst="rect">
            <a:avLst/>
          </a:prstGeom>
        </p:spPr>
        <p:txBody>
          <a:bodyPr spcFirstLastPara="1" wrap="square" lIns="91425" tIns="91425" rIns="91425" bIns="91425" anchor="b" anchorCtr="0">
            <a:noAutofit/>
          </a:bodyPr>
          <a:lstStyle>
            <a:lvl1pPr lvl="0" algn="r">
              <a:spcBef>
                <a:spcPts val="0"/>
              </a:spcBef>
              <a:spcAft>
                <a:spcPts val="0"/>
              </a:spcAft>
              <a:buSzPts val="5200"/>
              <a:buNone/>
              <a:defRPr sz="53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643852" y="3261775"/>
            <a:ext cx="6770700" cy="5571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800"/>
              <a:buNone/>
              <a:defRPr sz="1600">
                <a:solidFill>
                  <a:schemeClr val="accent2"/>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a:off x="0"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3968425" y="2227050"/>
            <a:ext cx="4462500" cy="841800"/>
          </a:xfrm>
          <a:prstGeom prst="rect">
            <a:avLst/>
          </a:prstGeom>
        </p:spPr>
        <p:txBody>
          <a:bodyPr spcFirstLastPara="1" wrap="square" lIns="91425" tIns="91425" rIns="91425" bIns="91425" anchor="ctr" anchorCtr="0">
            <a:noAutofit/>
          </a:bodyPr>
          <a:lstStyle>
            <a:lvl1pPr lvl="0" algn="r">
              <a:spcBef>
                <a:spcPts val="0"/>
              </a:spcBef>
              <a:spcAft>
                <a:spcPts val="0"/>
              </a:spcAft>
              <a:buSzPts val="3600"/>
              <a:buNone/>
              <a:defRPr sz="4700">
                <a:solidFill>
                  <a:schemeClr val="accen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subTitle" idx="1"/>
          </p:nvPr>
        </p:nvSpPr>
        <p:spPr>
          <a:xfrm>
            <a:off x="3968275" y="3045375"/>
            <a:ext cx="4462500" cy="678000"/>
          </a:xfrm>
          <a:prstGeom prst="rect">
            <a:avLst/>
          </a:prstGeom>
        </p:spPr>
        <p:txBody>
          <a:bodyPr spcFirstLastPara="1" wrap="square" lIns="91425" tIns="91425" rIns="91425" bIns="91425" anchor="t" anchorCtr="0">
            <a:noAutofit/>
          </a:bodyPr>
          <a:lstStyle>
            <a:lvl1pPr lvl="0" algn="r">
              <a:spcBef>
                <a:spcPts val="0"/>
              </a:spcBef>
              <a:spcAft>
                <a:spcPts val="0"/>
              </a:spcAft>
              <a:buSzPts val="1800"/>
              <a:buNone/>
              <a:defRPr sz="1400"/>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
        <p:nvSpPr>
          <p:cNvPr id="15" name="Google Shape;15;p3"/>
          <p:cNvSpPr txBox="1">
            <a:spLocks noGrp="1"/>
          </p:cNvSpPr>
          <p:nvPr>
            <p:ph type="title" idx="2" hasCustomPrompt="1"/>
          </p:nvPr>
        </p:nvSpPr>
        <p:spPr>
          <a:xfrm>
            <a:off x="3968350" y="1262325"/>
            <a:ext cx="4462500" cy="1141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7200"/>
              <a:buNone/>
              <a:defRPr sz="7200">
                <a:solidFill>
                  <a:schemeClr val="dk2"/>
                </a:solidFill>
              </a:defRPr>
            </a:lvl1pPr>
            <a:lvl2pPr lvl="1" algn="ctr" rtl="0">
              <a:spcBef>
                <a:spcPts val="0"/>
              </a:spcBef>
              <a:spcAft>
                <a:spcPts val="0"/>
              </a:spcAft>
              <a:buSzPts val="7200"/>
              <a:buNone/>
              <a:defRPr sz="7200"/>
            </a:lvl2pPr>
            <a:lvl3pPr lvl="2" algn="ctr" rtl="0">
              <a:spcBef>
                <a:spcPts val="0"/>
              </a:spcBef>
              <a:spcAft>
                <a:spcPts val="0"/>
              </a:spcAft>
              <a:buSzPts val="7200"/>
              <a:buNone/>
              <a:defRPr sz="7200"/>
            </a:lvl3pPr>
            <a:lvl4pPr lvl="3" algn="ctr" rtl="0">
              <a:spcBef>
                <a:spcPts val="0"/>
              </a:spcBef>
              <a:spcAft>
                <a:spcPts val="0"/>
              </a:spcAft>
              <a:buSzPts val="7200"/>
              <a:buNone/>
              <a:defRPr sz="7200"/>
            </a:lvl4pPr>
            <a:lvl5pPr lvl="4" algn="ctr" rtl="0">
              <a:spcBef>
                <a:spcPts val="0"/>
              </a:spcBef>
              <a:spcAft>
                <a:spcPts val="0"/>
              </a:spcAft>
              <a:buSzPts val="7200"/>
              <a:buNone/>
              <a:defRPr sz="7200"/>
            </a:lvl5pPr>
            <a:lvl6pPr lvl="5" algn="ctr" rtl="0">
              <a:spcBef>
                <a:spcPts val="0"/>
              </a:spcBef>
              <a:spcAft>
                <a:spcPts val="0"/>
              </a:spcAft>
              <a:buSzPts val="7200"/>
              <a:buNone/>
              <a:defRPr sz="7200"/>
            </a:lvl6pPr>
            <a:lvl7pPr lvl="6" algn="ctr" rtl="0">
              <a:spcBef>
                <a:spcPts val="0"/>
              </a:spcBef>
              <a:spcAft>
                <a:spcPts val="0"/>
              </a:spcAft>
              <a:buSzPts val="7200"/>
              <a:buNone/>
              <a:defRPr sz="7200"/>
            </a:lvl7pPr>
            <a:lvl8pPr lvl="7" algn="ctr" rtl="0">
              <a:spcBef>
                <a:spcPts val="0"/>
              </a:spcBef>
              <a:spcAft>
                <a:spcPts val="0"/>
              </a:spcAft>
              <a:buSzPts val="7200"/>
              <a:buNone/>
              <a:defRPr sz="7200"/>
            </a:lvl8pPr>
            <a:lvl9pPr lvl="8" algn="ctr" rtl="0">
              <a:spcBef>
                <a:spcPts val="0"/>
              </a:spcBef>
              <a:spcAft>
                <a:spcPts val="0"/>
              </a:spcAft>
              <a:buSzPts val="7200"/>
              <a:buNone/>
              <a:defRPr sz="7200"/>
            </a:lvl9pPr>
          </a:lstStyle>
          <a:p>
            <a:r>
              <a:t>xx%</a:t>
            </a:r>
          </a:p>
        </p:txBody>
      </p:sp>
      <p:sp>
        <p:nvSpPr>
          <p:cNvPr id="16" name="Google Shape;16;p3"/>
          <p:cNvSpPr/>
          <p:nvPr/>
        </p:nvSpPr>
        <p:spPr>
          <a:xfrm rot="10800000" flipH="1">
            <a:off x="1441925" y="2571600"/>
            <a:ext cx="1216200" cy="1592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rot="10800000" flipH="1">
            <a:off x="2658125" y="0"/>
            <a:ext cx="12162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Font typeface="Barlow"/>
              <a:buChar char="●"/>
              <a:defRPr sz="1200"/>
            </a:lvl1pPr>
            <a:lvl2pPr marL="914400" lvl="1" indent="-317500">
              <a:spcBef>
                <a:spcPts val="1600"/>
              </a:spcBef>
              <a:spcAft>
                <a:spcPts val="0"/>
              </a:spcAft>
              <a:buSzPts val="1400"/>
              <a:buFont typeface="Barlow"/>
              <a:buChar char="○"/>
              <a:defRPr sz="1200"/>
            </a:lvl2pPr>
            <a:lvl3pPr marL="1371600" lvl="2" indent="-317500">
              <a:spcBef>
                <a:spcPts val="1600"/>
              </a:spcBef>
              <a:spcAft>
                <a:spcPts val="0"/>
              </a:spcAft>
              <a:buClr>
                <a:schemeClr val="lt1"/>
              </a:buClr>
              <a:buSzPts val="1400"/>
              <a:buFont typeface="Barlow"/>
              <a:buChar char="■"/>
              <a:defRPr/>
            </a:lvl3pPr>
            <a:lvl4pPr marL="1828800" lvl="3" indent="-317500">
              <a:spcBef>
                <a:spcPts val="1600"/>
              </a:spcBef>
              <a:spcAft>
                <a:spcPts val="0"/>
              </a:spcAft>
              <a:buClr>
                <a:schemeClr val="lt1"/>
              </a:buClr>
              <a:buSzPts val="1400"/>
              <a:buFont typeface="Barlow"/>
              <a:buChar char="●"/>
              <a:defRPr/>
            </a:lvl4pPr>
            <a:lvl5pPr marL="2286000" lvl="4" indent="-317500">
              <a:spcBef>
                <a:spcPts val="1600"/>
              </a:spcBef>
              <a:spcAft>
                <a:spcPts val="0"/>
              </a:spcAft>
              <a:buClr>
                <a:schemeClr val="lt1"/>
              </a:buClr>
              <a:buSzPts val="1400"/>
              <a:buFont typeface="Barlow"/>
              <a:buChar char="○"/>
              <a:defRPr/>
            </a:lvl5pPr>
            <a:lvl6pPr marL="2743200" lvl="5" indent="-317500">
              <a:spcBef>
                <a:spcPts val="1600"/>
              </a:spcBef>
              <a:spcAft>
                <a:spcPts val="0"/>
              </a:spcAft>
              <a:buClr>
                <a:schemeClr val="lt1"/>
              </a:buClr>
              <a:buSzPts val="1400"/>
              <a:buFont typeface="Barlow"/>
              <a:buChar char="■"/>
              <a:defRPr/>
            </a:lvl6pPr>
            <a:lvl7pPr marL="3200400" lvl="6" indent="-317500">
              <a:spcBef>
                <a:spcPts val="1600"/>
              </a:spcBef>
              <a:spcAft>
                <a:spcPts val="0"/>
              </a:spcAft>
              <a:buClr>
                <a:schemeClr val="lt1"/>
              </a:buClr>
              <a:buSzPts val="1400"/>
              <a:buFont typeface="Barlow"/>
              <a:buChar char="●"/>
              <a:defRPr/>
            </a:lvl7pPr>
            <a:lvl8pPr marL="3657600" lvl="7" indent="-317500">
              <a:spcBef>
                <a:spcPts val="1600"/>
              </a:spcBef>
              <a:spcAft>
                <a:spcPts val="0"/>
              </a:spcAft>
              <a:buClr>
                <a:schemeClr val="lt1"/>
              </a:buClr>
              <a:buSzPts val="1400"/>
              <a:buFont typeface="Barlow"/>
              <a:buChar char="○"/>
              <a:defRPr/>
            </a:lvl8pPr>
            <a:lvl9pPr marL="4114800" lvl="8" indent="-317500">
              <a:spcBef>
                <a:spcPts val="1600"/>
              </a:spcBef>
              <a:spcAft>
                <a:spcPts val="1600"/>
              </a:spcAft>
              <a:buClr>
                <a:schemeClr val="lt1"/>
              </a:buClr>
              <a:buSzPts val="1400"/>
              <a:buFont typeface="Barlow"/>
              <a:buChar char="■"/>
              <a:defRPr/>
            </a:lvl9pPr>
          </a:lstStyle>
          <a:p>
            <a:endParaRPr/>
          </a:p>
        </p:txBody>
      </p:sp>
      <p:sp>
        <p:nvSpPr>
          <p:cNvPr id="20" name="Google Shape;20;p4"/>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solidFill>
                  <a:schemeClr val="accen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717800" y="383175"/>
            <a:ext cx="7708200" cy="647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31" name="Google Shape;31;p6"/>
          <p:cNvSpPr/>
          <p:nvPr/>
        </p:nvSpPr>
        <p:spPr>
          <a:xfrm rot="5400000">
            <a:off x="6703350" y="2702925"/>
            <a:ext cx="4572000" cy="309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1156525" y="1340400"/>
            <a:ext cx="42321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solidFill>
                  <a:schemeClr val="accen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1156525" y="2096100"/>
            <a:ext cx="4232100" cy="20118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400">
                <a:solidFill>
                  <a:schemeClr val="accent2"/>
                </a:solidFill>
              </a:defRPr>
            </a:lvl1pPr>
            <a:lvl2pPr marL="914400" lvl="1" indent="-304800">
              <a:spcBef>
                <a:spcPts val="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5" name="Google Shape;35;p7"/>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7"/>
          <p:cNvSpPr/>
          <p:nvPr/>
        </p:nvSpPr>
        <p:spPr>
          <a:xfrm>
            <a:off x="7951325" y="257175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txBox="1">
            <a:spLocks noGrp="1"/>
          </p:cNvSpPr>
          <p:nvPr>
            <p:ph type="title"/>
          </p:nvPr>
        </p:nvSpPr>
        <p:spPr>
          <a:xfrm>
            <a:off x="713375" y="2227050"/>
            <a:ext cx="44625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4700">
                <a:solidFill>
                  <a:schemeClr val="accent1"/>
                </a:solidFill>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44" name="Google Shape;44;p9"/>
          <p:cNvSpPr txBox="1">
            <a:spLocks noGrp="1"/>
          </p:cNvSpPr>
          <p:nvPr>
            <p:ph type="subTitle" idx="1"/>
          </p:nvPr>
        </p:nvSpPr>
        <p:spPr>
          <a:xfrm>
            <a:off x="713225" y="3045375"/>
            <a:ext cx="4462500" cy="678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45" name="Google Shape;45;p9"/>
          <p:cNvSpPr txBox="1">
            <a:spLocks noGrp="1"/>
          </p:cNvSpPr>
          <p:nvPr>
            <p:ph type="title" idx="2" hasCustomPrompt="1"/>
          </p:nvPr>
        </p:nvSpPr>
        <p:spPr>
          <a:xfrm>
            <a:off x="713300" y="1262325"/>
            <a:ext cx="4462500" cy="1141800"/>
          </a:xfrm>
          <a:prstGeom prst="rect">
            <a:avLst/>
          </a:prstGeom>
        </p:spPr>
        <p:txBody>
          <a:bodyPr spcFirstLastPara="1" wrap="square" lIns="91425" tIns="91425" rIns="91425" bIns="91425" anchor="b" anchorCtr="0">
            <a:noAutofit/>
          </a:bodyPr>
          <a:lstStyle>
            <a:lvl1pPr lvl="0" rtl="0">
              <a:spcBef>
                <a:spcPts val="0"/>
              </a:spcBef>
              <a:spcAft>
                <a:spcPts val="0"/>
              </a:spcAft>
              <a:buSzPts val="7200"/>
              <a:buNone/>
              <a:defRPr sz="7200">
                <a:solidFill>
                  <a:schemeClr val="dk2"/>
                </a:solidFill>
              </a:defRPr>
            </a:lvl1pPr>
            <a:lvl2pPr lvl="1" rtl="0">
              <a:spcBef>
                <a:spcPts val="0"/>
              </a:spcBef>
              <a:spcAft>
                <a:spcPts val="0"/>
              </a:spcAft>
              <a:buSzPts val="7200"/>
              <a:buNone/>
              <a:defRPr sz="7200"/>
            </a:lvl2pPr>
            <a:lvl3pPr lvl="2" rtl="0">
              <a:spcBef>
                <a:spcPts val="0"/>
              </a:spcBef>
              <a:spcAft>
                <a:spcPts val="0"/>
              </a:spcAft>
              <a:buSzPts val="7200"/>
              <a:buNone/>
              <a:defRPr sz="7200"/>
            </a:lvl3pPr>
            <a:lvl4pPr lvl="3" rtl="0">
              <a:spcBef>
                <a:spcPts val="0"/>
              </a:spcBef>
              <a:spcAft>
                <a:spcPts val="0"/>
              </a:spcAft>
              <a:buSzPts val="7200"/>
              <a:buNone/>
              <a:defRPr sz="7200"/>
            </a:lvl4pPr>
            <a:lvl5pPr lvl="4" rtl="0">
              <a:spcBef>
                <a:spcPts val="0"/>
              </a:spcBef>
              <a:spcAft>
                <a:spcPts val="0"/>
              </a:spcAft>
              <a:buSzPts val="7200"/>
              <a:buNone/>
              <a:defRPr sz="7200"/>
            </a:lvl5pPr>
            <a:lvl6pPr lvl="5" rtl="0">
              <a:spcBef>
                <a:spcPts val="0"/>
              </a:spcBef>
              <a:spcAft>
                <a:spcPts val="0"/>
              </a:spcAft>
              <a:buSzPts val="7200"/>
              <a:buNone/>
              <a:defRPr sz="7200"/>
            </a:lvl6pPr>
            <a:lvl7pPr lvl="6" rtl="0">
              <a:spcBef>
                <a:spcPts val="0"/>
              </a:spcBef>
              <a:spcAft>
                <a:spcPts val="0"/>
              </a:spcAft>
              <a:buSzPts val="7200"/>
              <a:buNone/>
              <a:defRPr sz="7200"/>
            </a:lvl7pPr>
            <a:lvl8pPr lvl="7" rtl="0">
              <a:spcBef>
                <a:spcPts val="0"/>
              </a:spcBef>
              <a:spcAft>
                <a:spcPts val="0"/>
              </a:spcAft>
              <a:buSzPts val="7200"/>
              <a:buNone/>
              <a:defRPr sz="7200"/>
            </a:lvl8pPr>
            <a:lvl9pPr lvl="8" rtl="0">
              <a:spcBef>
                <a:spcPts val="0"/>
              </a:spcBef>
              <a:spcAft>
                <a:spcPts val="0"/>
              </a:spcAft>
              <a:buSzPts val="7200"/>
              <a:buNone/>
              <a:defRPr sz="7200"/>
            </a:lvl9pPr>
          </a:lstStyle>
          <a:p>
            <a:r>
              <a:t>xx%</a:t>
            </a:r>
          </a:p>
        </p:txBody>
      </p:sp>
      <p:sp>
        <p:nvSpPr>
          <p:cNvPr id="46" name="Google Shape;46;p9"/>
          <p:cNvSpPr/>
          <p:nvPr/>
        </p:nvSpPr>
        <p:spPr>
          <a:xfrm>
            <a:off x="5270400" y="979500"/>
            <a:ext cx="1216200" cy="1592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p:nvPr/>
        </p:nvSpPr>
        <p:spPr>
          <a:xfrm>
            <a:off x="6486600" y="2571900"/>
            <a:ext cx="12162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CUSTOM_1">
    <p:spTree>
      <p:nvGrpSpPr>
        <p:cNvPr id="1" name="Shape 61"/>
        <p:cNvGrpSpPr/>
        <p:nvPr/>
      </p:nvGrpSpPr>
      <p:grpSpPr>
        <a:xfrm>
          <a:off x="0" y="0"/>
          <a:ext cx="0" cy="0"/>
          <a:chOff x="0" y="0"/>
          <a:chExt cx="0" cy="0"/>
        </a:xfrm>
      </p:grpSpPr>
      <p:sp>
        <p:nvSpPr>
          <p:cNvPr id="62" name="Google Shape;62;p14"/>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a:spcBef>
                <a:spcPts val="0"/>
              </a:spcBef>
              <a:spcAft>
                <a:spcPts val="0"/>
              </a:spcAft>
              <a:buSzPts val="2800"/>
              <a:buFont typeface="Montserrat"/>
              <a:buNone/>
              <a:defRPr>
                <a:latin typeface="Montserrat"/>
                <a:ea typeface="Montserrat"/>
                <a:cs typeface="Montserrat"/>
                <a:sym typeface="Montserrat"/>
              </a:defRPr>
            </a:lvl2pPr>
            <a:lvl3pPr lvl="2">
              <a:spcBef>
                <a:spcPts val="0"/>
              </a:spcBef>
              <a:spcAft>
                <a:spcPts val="0"/>
              </a:spcAft>
              <a:buSzPts val="2800"/>
              <a:buFont typeface="Montserrat"/>
              <a:buNone/>
              <a:defRPr>
                <a:latin typeface="Montserrat"/>
                <a:ea typeface="Montserrat"/>
                <a:cs typeface="Montserrat"/>
                <a:sym typeface="Montserrat"/>
              </a:defRPr>
            </a:lvl3pPr>
            <a:lvl4pPr lvl="3">
              <a:spcBef>
                <a:spcPts val="0"/>
              </a:spcBef>
              <a:spcAft>
                <a:spcPts val="0"/>
              </a:spcAft>
              <a:buSzPts val="2800"/>
              <a:buFont typeface="Montserrat"/>
              <a:buNone/>
              <a:defRPr>
                <a:latin typeface="Montserrat"/>
                <a:ea typeface="Montserrat"/>
                <a:cs typeface="Montserrat"/>
                <a:sym typeface="Montserrat"/>
              </a:defRPr>
            </a:lvl4pPr>
            <a:lvl5pPr lvl="4">
              <a:spcBef>
                <a:spcPts val="0"/>
              </a:spcBef>
              <a:spcAft>
                <a:spcPts val="0"/>
              </a:spcAft>
              <a:buSzPts val="2800"/>
              <a:buFont typeface="Montserrat"/>
              <a:buNone/>
              <a:defRPr>
                <a:latin typeface="Montserrat"/>
                <a:ea typeface="Montserrat"/>
                <a:cs typeface="Montserrat"/>
                <a:sym typeface="Montserrat"/>
              </a:defRPr>
            </a:lvl5pPr>
            <a:lvl6pPr lvl="5">
              <a:spcBef>
                <a:spcPts val="0"/>
              </a:spcBef>
              <a:spcAft>
                <a:spcPts val="0"/>
              </a:spcAft>
              <a:buSzPts val="2800"/>
              <a:buFont typeface="Montserrat"/>
              <a:buNone/>
              <a:defRPr>
                <a:latin typeface="Montserrat"/>
                <a:ea typeface="Montserrat"/>
                <a:cs typeface="Montserrat"/>
                <a:sym typeface="Montserrat"/>
              </a:defRPr>
            </a:lvl6pPr>
            <a:lvl7pPr lvl="6">
              <a:spcBef>
                <a:spcPts val="0"/>
              </a:spcBef>
              <a:spcAft>
                <a:spcPts val="0"/>
              </a:spcAft>
              <a:buSzPts val="2800"/>
              <a:buFont typeface="Montserrat"/>
              <a:buNone/>
              <a:defRPr>
                <a:latin typeface="Montserrat"/>
                <a:ea typeface="Montserrat"/>
                <a:cs typeface="Montserrat"/>
                <a:sym typeface="Montserrat"/>
              </a:defRPr>
            </a:lvl7pPr>
            <a:lvl8pPr lvl="7">
              <a:spcBef>
                <a:spcPts val="0"/>
              </a:spcBef>
              <a:spcAft>
                <a:spcPts val="0"/>
              </a:spcAft>
              <a:buSzPts val="2800"/>
              <a:buFont typeface="Montserrat"/>
              <a:buNone/>
              <a:defRPr>
                <a:latin typeface="Montserrat"/>
                <a:ea typeface="Montserrat"/>
                <a:cs typeface="Montserrat"/>
                <a:sym typeface="Montserrat"/>
              </a:defRPr>
            </a:lvl8pPr>
            <a:lvl9pPr lvl="8">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63" name="Google Shape;63;p14"/>
          <p:cNvSpPr txBox="1">
            <a:spLocks noGrp="1"/>
          </p:cNvSpPr>
          <p:nvPr>
            <p:ph type="ctrTitle" idx="2"/>
          </p:nvPr>
        </p:nvSpPr>
        <p:spPr>
          <a:xfrm>
            <a:off x="2310350" y="1446813"/>
            <a:ext cx="2150400" cy="384000"/>
          </a:xfrm>
          <a:prstGeom prst="rect">
            <a:avLst/>
          </a:prstGeom>
        </p:spPr>
        <p:txBody>
          <a:bodyPr spcFirstLastPara="1" wrap="square" lIns="91425" tIns="91425" rIns="91425" bIns="91425" anchor="t" anchorCtr="0">
            <a:noAutofit/>
          </a:bodyPr>
          <a:lstStyle>
            <a:lvl1pPr lvl="0" rtl="0">
              <a:spcBef>
                <a:spcPts val="0"/>
              </a:spcBef>
              <a:spcAft>
                <a:spcPts val="0"/>
              </a:spcAft>
              <a:buSzPts val="2000"/>
              <a:buFont typeface="Montserrat"/>
              <a:buNone/>
              <a:defRPr sz="1800">
                <a:solidFill>
                  <a:schemeClr val="accent1"/>
                </a:solidFill>
                <a:latin typeface="Montserrat"/>
                <a:ea typeface="Montserrat"/>
                <a:cs typeface="Montserrat"/>
                <a:sym typeface="Montserrat"/>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0"/>
              </a:spcBef>
              <a:spcAft>
                <a:spcPts val="0"/>
              </a:spcAft>
              <a:buSzPts val="2000"/>
              <a:buFont typeface="Montserrat"/>
              <a:buNone/>
              <a:defRPr sz="2000">
                <a:latin typeface="Montserrat"/>
                <a:ea typeface="Montserrat"/>
                <a:cs typeface="Montserrat"/>
                <a:sym typeface="Montserrat"/>
              </a:defRPr>
            </a:lvl3pPr>
            <a:lvl4pPr lvl="3" rtl="0">
              <a:spcBef>
                <a:spcPts val="0"/>
              </a:spcBef>
              <a:spcAft>
                <a:spcPts val="0"/>
              </a:spcAft>
              <a:buSzPts val="2000"/>
              <a:buFont typeface="Montserrat"/>
              <a:buNone/>
              <a:defRPr sz="2000">
                <a:latin typeface="Montserrat"/>
                <a:ea typeface="Montserrat"/>
                <a:cs typeface="Montserrat"/>
                <a:sym typeface="Montserrat"/>
              </a:defRPr>
            </a:lvl4pPr>
            <a:lvl5pPr lvl="4" rtl="0">
              <a:spcBef>
                <a:spcPts val="0"/>
              </a:spcBef>
              <a:spcAft>
                <a:spcPts val="0"/>
              </a:spcAft>
              <a:buSzPts val="2000"/>
              <a:buFont typeface="Montserrat"/>
              <a:buNone/>
              <a:defRPr sz="2000">
                <a:latin typeface="Montserrat"/>
                <a:ea typeface="Montserrat"/>
                <a:cs typeface="Montserrat"/>
                <a:sym typeface="Montserrat"/>
              </a:defRPr>
            </a:lvl5pPr>
            <a:lvl6pPr lvl="5" rtl="0">
              <a:spcBef>
                <a:spcPts val="0"/>
              </a:spcBef>
              <a:spcAft>
                <a:spcPts val="0"/>
              </a:spcAft>
              <a:buSzPts val="2000"/>
              <a:buFont typeface="Montserrat"/>
              <a:buNone/>
              <a:defRPr sz="2000">
                <a:latin typeface="Montserrat"/>
                <a:ea typeface="Montserrat"/>
                <a:cs typeface="Montserrat"/>
                <a:sym typeface="Montserrat"/>
              </a:defRPr>
            </a:lvl6pPr>
            <a:lvl7pPr lvl="6" rtl="0">
              <a:spcBef>
                <a:spcPts val="0"/>
              </a:spcBef>
              <a:spcAft>
                <a:spcPts val="0"/>
              </a:spcAft>
              <a:buSzPts val="2000"/>
              <a:buFont typeface="Montserrat"/>
              <a:buNone/>
              <a:defRPr sz="2000">
                <a:latin typeface="Montserrat"/>
                <a:ea typeface="Montserrat"/>
                <a:cs typeface="Montserrat"/>
                <a:sym typeface="Montserrat"/>
              </a:defRPr>
            </a:lvl7pPr>
            <a:lvl8pPr lvl="7" rtl="0">
              <a:spcBef>
                <a:spcPts val="0"/>
              </a:spcBef>
              <a:spcAft>
                <a:spcPts val="0"/>
              </a:spcAft>
              <a:buSzPts val="2000"/>
              <a:buFont typeface="Montserrat"/>
              <a:buNone/>
              <a:defRPr sz="2000">
                <a:latin typeface="Montserrat"/>
                <a:ea typeface="Montserrat"/>
                <a:cs typeface="Montserrat"/>
                <a:sym typeface="Montserrat"/>
              </a:defRPr>
            </a:lvl8pPr>
            <a:lvl9pPr lvl="8" rtl="0">
              <a:spcBef>
                <a:spcPts val="0"/>
              </a:spcBef>
              <a:spcAft>
                <a:spcPts val="0"/>
              </a:spcAft>
              <a:buSzPts val="2000"/>
              <a:buFont typeface="Montserrat"/>
              <a:buNone/>
              <a:defRPr sz="2000">
                <a:latin typeface="Montserrat"/>
                <a:ea typeface="Montserrat"/>
                <a:cs typeface="Montserrat"/>
                <a:sym typeface="Montserrat"/>
              </a:defRPr>
            </a:lvl9pPr>
          </a:lstStyle>
          <a:p>
            <a:endParaRPr/>
          </a:p>
        </p:txBody>
      </p:sp>
      <p:sp>
        <p:nvSpPr>
          <p:cNvPr id="64" name="Google Shape;64;p14"/>
          <p:cNvSpPr txBox="1">
            <a:spLocks noGrp="1"/>
          </p:cNvSpPr>
          <p:nvPr>
            <p:ph type="title" idx="3" hasCustomPrompt="1"/>
          </p:nvPr>
        </p:nvSpPr>
        <p:spPr>
          <a:xfrm>
            <a:off x="717800" y="1521025"/>
            <a:ext cx="1493400" cy="941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dk2"/>
              </a:buClr>
              <a:buSzPts val="8000"/>
              <a:buNone/>
              <a:defRPr sz="7000">
                <a:solidFill>
                  <a:schemeClr val="dk2"/>
                </a:solidFill>
              </a:defRPr>
            </a:lvl1pPr>
            <a:lvl2pPr lvl="1"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
        <p:nvSpPr>
          <p:cNvPr id="65" name="Google Shape;65;p14"/>
          <p:cNvSpPr txBox="1">
            <a:spLocks noGrp="1"/>
          </p:cNvSpPr>
          <p:nvPr>
            <p:ph type="subTitle" idx="1"/>
          </p:nvPr>
        </p:nvSpPr>
        <p:spPr>
          <a:xfrm>
            <a:off x="2310350" y="1858875"/>
            <a:ext cx="2150400" cy="7677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Font typeface="Montserrat"/>
              <a:buNone/>
              <a:defRPr sz="1400">
                <a:solidFill>
                  <a:schemeClr val="accent2"/>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1600"/>
              </a:spcBef>
              <a:spcAft>
                <a:spcPts val="0"/>
              </a:spcAft>
              <a:buSzPts val="1400"/>
              <a:buFont typeface="Montserrat"/>
              <a:buNone/>
              <a:defRPr>
                <a:latin typeface="Montserrat"/>
                <a:ea typeface="Montserrat"/>
                <a:cs typeface="Montserrat"/>
                <a:sym typeface="Montserrat"/>
              </a:defRPr>
            </a:lvl3pPr>
            <a:lvl4pPr lvl="3" rtl="0">
              <a:spcBef>
                <a:spcPts val="1600"/>
              </a:spcBef>
              <a:spcAft>
                <a:spcPts val="0"/>
              </a:spcAft>
              <a:buSzPts val="1400"/>
              <a:buFont typeface="Montserrat"/>
              <a:buNone/>
              <a:defRPr>
                <a:latin typeface="Montserrat"/>
                <a:ea typeface="Montserrat"/>
                <a:cs typeface="Montserrat"/>
                <a:sym typeface="Montserrat"/>
              </a:defRPr>
            </a:lvl4pPr>
            <a:lvl5pPr lvl="4" rtl="0">
              <a:spcBef>
                <a:spcPts val="1600"/>
              </a:spcBef>
              <a:spcAft>
                <a:spcPts val="0"/>
              </a:spcAft>
              <a:buSzPts val="1400"/>
              <a:buFont typeface="Montserrat"/>
              <a:buNone/>
              <a:defRPr>
                <a:latin typeface="Montserrat"/>
                <a:ea typeface="Montserrat"/>
                <a:cs typeface="Montserrat"/>
                <a:sym typeface="Montserrat"/>
              </a:defRPr>
            </a:lvl5pPr>
            <a:lvl6pPr lvl="5" rtl="0">
              <a:spcBef>
                <a:spcPts val="1600"/>
              </a:spcBef>
              <a:spcAft>
                <a:spcPts val="0"/>
              </a:spcAft>
              <a:buSzPts val="1400"/>
              <a:buFont typeface="Montserrat"/>
              <a:buNone/>
              <a:defRPr>
                <a:latin typeface="Montserrat"/>
                <a:ea typeface="Montserrat"/>
                <a:cs typeface="Montserrat"/>
                <a:sym typeface="Montserrat"/>
              </a:defRPr>
            </a:lvl6pPr>
            <a:lvl7pPr lvl="6" rtl="0">
              <a:spcBef>
                <a:spcPts val="1600"/>
              </a:spcBef>
              <a:spcAft>
                <a:spcPts val="0"/>
              </a:spcAft>
              <a:buSzPts val="1400"/>
              <a:buFont typeface="Montserrat"/>
              <a:buNone/>
              <a:defRPr>
                <a:latin typeface="Montserrat"/>
                <a:ea typeface="Montserrat"/>
                <a:cs typeface="Montserrat"/>
                <a:sym typeface="Montserrat"/>
              </a:defRPr>
            </a:lvl7pPr>
            <a:lvl8pPr lvl="7" rtl="0">
              <a:spcBef>
                <a:spcPts val="1600"/>
              </a:spcBef>
              <a:spcAft>
                <a:spcPts val="0"/>
              </a:spcAft>
              <a:buSzPts val="1400"/>
              <a:buFont typeface="Montserrat"/>
              <a:buNone/>
              <a:defRPr>
                <a:latin typeface="Montserrat"/>
                <a:ea typeface="Montserrat"/>
                <a:cs typeface="Montserrat"/>
                <a:sym typeface="Montserrat"/>
              </a:defRPr>
            </a:lvl8pPr>
            <a:lvl9pPr lvl="8" rtl="0">
              <a:spcBef>
                <a:spcPts val="1600"/>
              </a:spcBef>
              <a:spcAft>
                <a:spcPts val="1600"/>
              </a:spcAft>
              <a:buSzPts val="1400"/>
              <a:buFont typeface="Montserrat"/>
              <a:buNone/>
              <a:defRPr>
                <a:latin typeface="Montserrat"/>
                <a:ea typeface="Montserrat"/>
                <a:cs typeface="Montserrat"/>
                <a:sym typeface="Montserrat"/>
              </a:defRPr>
            </a:lvl9pPr>
          </a:lstStyle>
          <a:p>
            <a:endParaRPr/>
          </a:p>
        </p:txBody>
      </p:sp>
      <p:sp>
        <p:nvSpPr>
          <p:cNvPr id="66" name="Google Shape;66;p14"/>
          <p:cNvSpPr txBox="1">
            <a:spLocks noGrp="1"/>
          </p:cNvSpPr>
          <p:nvPr>
            <p:ph type="ctrTitle" idx="4"/>
          </p:nvPr>
        </p:nvSpPr>
        <p:spPr>
          <a:xfrm>
            <a:off x="6233050" y="1446813"/>
            <a:ext cx="2150400" cy="384000"/>
          </a:xfrm>
          <a:prstGeom prst="rect">
            <a:avLst/>
          </a:prstGeom>
        </p:spPr>
        <p:txBody>
          <a:bodyPr spcFirstLastPara="1" wrap="square" lIns="91425" tIns="91425" rIns="91425" bIns="91425" anchor="t" anchorCtr="0">
            <a:noAutofit/>
          </a:bodyPr>
          <a:lstStyle>
            <a:lvl1pPr lvl="0" rtl="0">
              <a:spcBef>
                <a:spcPts val="0"/>
              </a:spcBef>
              <a:spcAft>
                <a:spcPts val="0"/>
              </a:spcAft>
              <a:buSzPts val="2000"/>
              <a:buFont typeface="Montserrat"/>
              <a:buNone/>
              <a:defRPr sz="1800">
                <a:solidFill>
                  <a:schemeClr val="accent1"/>
                </a:solidFill>
                <a:latin typeface="Montserrat"/>
                <a:ea typeface="Montserrat"/>
                <a:cs typeface="Montserrat"/>
                <a:sym typeface="Montserrat"/>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0"/>
              </a:spcBef>
              <a:spcAft>
                <a:spcPts val="0"/>
              </a:spcAft>
              <a:buSzPts val="2000"/>
              <a:buFont typeface="Montserrat"/>
              <a:buNone/>
              <a:defRPr sz="2000">
                <a:latin typeface="Montserrat"/>
                <a:ea typeface="Montserrat"/>
                <a:cs typeface="Montserrat"/>
                <a:sym typeface="Montserrat"/>
              </a:defRPr>
            </a:lvl3pPr>
            <a:lvl4pPr lvl="3" rtl="0">
              <a:spcBef>
                <a:spcPts val="0"/>
              </a:spcBef>
              <a:spcAft>
                <a:spcPts val="0"/>
              </a:spcAft>
              <a:buSzPts val="2000"/>
              <a:buFont typeface="Montserrat"/>
              <a:buNone/>
              <a:defRPr sz="2000">
                <a:latin typeface="Montserrat"/>
                <a:ea typeface="Montserrat"/>
                <a:cs typeface="Montserrat"/>
                <a:sym typeface="Montserrat"/>
              </a:defRPr>
            </a:lvl4pPr>
            <a:lvl5pPr lvl="4" rtl="0">
              <a:spcBef>
                <a:spcPts val="0"/>
              </a:spcBef>
              <a:spcAft>
                <a:spcPts val="0"/>
              </a:spcAft>
              <a:buSzPts val="2000"/>
              <a:buFont typeface="Montserrat"/>
              <a:buNone/>
              <a:defRPr sz="2000">
                <a:latin typeface="Montserrat"/>
                <a:ea typeface="Montserrat"/>
                <a:cs typeface="Montserrat"/>
                <a:sym typeface="Montserrat"/>
              </a:defRPr>
            </a:lvl5pPr>
            <a:lvl6pPr lvl="5" rtl="0">
              <a:spcBef>
                <a:spcPts val="0"/>
              </a:spcBef>
              <a:spcAft>
                <a:spcPts val="0"/>
              </a:spcAft>
              <a:buSzPts val="2000"/>
              <a:buFont typeface="Montserrat"/>
              <a:buNone/>
              <a:defRPr sz="2000">
                <a:latin typeface="Montserrat"/>
                <a:ea typeface="Montserrat"/>
                <a:cs typeface="Montserrat"/>
                <a:sym typeface="Montserrat"/>
              </a:defRPr>
            </a:lvl6pPr>
            <a:lvl7pPr lvl="6" rtl="0">
              <a:spcBef>
                <a:spcPts val="0"/>
              </a:spcBef>
              <a:spcAft>
                <a:spcPts val="0"/>
              </a:spcAft>
              <a:buSzPts val="2000"/>
              <a:buFont typeface="Montserrat"/>
              <a:buNone/>
              <a:defRPr sz="2000">
                <a:latin typeface="Montserrat"/>
                <a:ea typeface="Montserrat"/>
                <a:cs typeface="Montserrat"/>
                <a:sym typeface="Montserrat"/>
              </a:defRPr>
            </a:lvl7pPr>
            <a:lvl8pPr lvl="7" rtl="0">
              <a:spcBef>
                <a:spcPts val="0"/>
              </a:spcBef>
              <a:spcAft>
                <a:spcPts val="0"/>
              </a:spcAft>
              <a:buSzPts val="2000"/>
              <a:buFont typeface="Montserrat"/>
              <a:buNone/>
              <a:defRPr sz="2000">
                <a:latin typeface="Montserrat"/>
                <a:ea typeface="Montserrat"/>
                <a:cs typeface="Montserrat"/>
                <a:sym typeface="Montserrat"/>
              </a:defRPr>
            </a:lvl8pPr>
            <a:lvl9pPr lvl="8" rtl="0">
              <a:spcBef>
                <a:spcPts val="0"/>
              </a:spcBef>
              <a:spcAft>
                <a:spcPts val="0"/>
              </a:spcAft>
              <a:buSzPts val="2000"/>
              <a:buFont typeface="Montserrat"/>
              <a:buNone/>
              <a:defRPr sz="2000">
                <a:latin typeface="Montserrat"/>
                <a:ea typeface="Montserrat"/>
                <a:cs typeface="Montserrat"/>
                <a:sym typeface="Montserrat"/>
              </a:defRPr>
            </a:lvl9pPr>
          </a:lstStyle>
          <a:p>
            <a:endParaRPr/>
          </a:p>
        </p:txBody>
      </p:sp>
      <p:sp>
        <p:nvSpPr>
          <p:cNvPr id="67" name="Google Shape;67;p14"/>
          <p:cNvSpPr txBox="1">
            <a:spLocks noGrp="1"/>
          </p:cNvSpPr>
          <p:nvPr>
            <p:ph type="title" idx="5" hasCustomPrompt="1"/>
          </p:nvPr>
        </p:nvSpPr>
        <p:spPr>
          <a:xfrm>
            <a:off x="4686400" y="1521025"/>
            <a:ext cx="1493400" cy="941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dk2"/>
              </a:buClr>
              <a:buSzPts val="8000"/>
              <a:buNone/>
              <a:defRPr sz="7000">
                <a:solidFill>
                  <a:schemeClr val="dk2"/>
                </a:solidFill>
              </a:defRPr>
            </a:lvl1pPr>
            <a:lvl2pPr lvl="1"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
        <p:nvSpPr>
          <p:cNvPr id="68" name="Google Shape;68;p14"/>
          <p:cNvSpPr txBox="1">
            <a:spLocks noGrp="1"/>
          </p:cNvSpPr>
          <p:nvPr>
            <p:ph type="subTitle" idx="6"/>
          </p:nvPr>
        </p:nvSpPr>
        <p:spPr>
          <a:xfrm>
            <a:off x="6275800" y="1858878"/>
            <a:ext cx="2150400" cy="7677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Font typeface="Montserrat"/>
              <a:buNone/>
              <a:defRPr sz="1400">
                <a:solidFill>
                  <a:schemeClr val="accent2"/>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1600"/>
              </a:spcBef>
              <a:spcAft>
                <a:spcPts val="0"/>
              </a:spcAft>
              <a:buSzPts val="1400"/>
              <a:buFont typeface="Montserrat"/>
              <a:buNone/>
              <a:defRPr>
                <a:latin typeface="Montserrat"/>
                <a:ea typeface="Montserrat"/>
                <a:cs typeface="Montserrat"/>
                <a:sym typeface="Montserrat"/>
              </a:defRPr>
            </a:lvl3pPr>
            <a:lvl4pPr lvl="3" rtl="0">
              <a:spcBef>
                <a:spcPts val="1600"/>
              </a:spcBef>
              <a:spcAft>
                <a:spcPts val="0"/>
              </a:spcAft>
              <a:buSzPts val="1400"/>
              <a:buFont typeface="Montserrat"/>
              <a:buNone/>
              <a:defRPr>
                <a:latin typeface="Montserrat"/>
                <a:ea typeface="Montserrat"/>
                <a:cs typeface="Montserrat"/>
                <a:sym typeface="Montserrat"/>
              </a:defRPr>
            </a:lvl4pPr>
            <a:lvl5pPr lvl="4" rtl="0">
              <a:spcBef>
                <a:spcPts val="1600"/>
              </a:spcBef>
              <a:spcAft>
                <a:spcPts val="0"/>
              </a:spcAft>
              <a:buSzPts val="1400"/>
              <a:buFont typeface="Montserrat"/>
              <a:buNone/>
              <a:defRPr>
                <a:latin typeface="Montserrat"/>
                <a:ea typeface="Montserrat"/>
                <a:cs typeface="Montserrat"/>
                <a:sym typeface="Montserrat"/>
              </a:defRPr>
            </a:lvl5pPr>
            <a:lvl6pPr lvl="5" rtl="0">
              <a:spcBef>
                <a:spcPts val="1600"/>
              </a:spcBef>
              <a:spcAft>
                <a:spcPts val="0"/>
              </a:spcAft>
              <a:buSzPts val="1400"/>
              <a:buFont typeface="Montserrat"/>
              <a:buNone/>
              <a:defRPr>
                <a:latin typeface="Montserrat"/>
                <a:ea typeface="Montserrat"/>
                <a:cs typeface="Montserrat"/>
                <a:sym typeface="Montserrat"/>
              </a:defRPr>
            </a:lvl6pPr>
            <a:lvl7pPr lvl="6" rtl="0">
              <a:spcBef>
                <a:spcPts val="1600"/>
              </a:spcBef>
              <a:spcAft>
                <a:spcPts val="0"/>
              </a:spcAft>
              <a:buSzPts val="1400"/>
              <a:buFont typeface="Montserrat"/>
              <a:buNone/>
              <a:defRPr>
                <a:latin typeface="Montserrat"/>
                <a:ea typeface="Montserrat"/>
                <a:cs typeface="Montserrat"/>
                <a:sym typeface="Montserrat"/>
              </a:defRPr>
            </a:lvl7pPr>
            <a:lvl8pPr lvl="7" rtl="0">
              <a:spcBef>
                <a:spcPts val="1600"/>
              </a:spcBef>
              <a:spcAft>
                <a:spcPts val="0"/>
              </a:spcAft>
              <a:buSzPts val="1400"/>
              <a:buFont typeface="Montserrat"/>
              <a:buNone/>
              <a:defRPr>
                <a:latin typeface="Montserrat"/>
                <a:ea typeface="Montserrat"/>
                <a:cs typeface="Montserrat"/>
                <a:sym typeface="Montserrat"/>
              </a:defRPr>
            </a:lvl8pPr>
            <a:lvl9pPr lvl="8" rtl="0">
              <a:spcBef>
                <a:spcPts val="1600"/>
              </a:spcBef>
              <a:spcAft>
                <a:spcPts val="1600"/>
              </a:spcAft>
              <a:buSzPts val="1400"/>
              <a:buFont typeface="Montserrat"/>
              <a:buNone/>
              <a:defRPr>
                <a:latin typeface="Montserrat"/>
                <a:ea typeface="Montserrat"/>
                <a:cs typeface="Montserrat"/>
                <a:sym typeface="Montserrat"/>
              </a:defRPr>
            </a:lvl9pPr>
          </a:lstStyle>
          <a:p>
            <a:endParaRPr/>
          </a:p>
        </p:txBody>
      </p:sp>
      <p:sp>
        <p:nvSpPr>
          <p:cNvPr id="69" name="Google Shape;69;p14"/>
          <p:cNvSpPr txBox="1">
            <a:spLocks noGrp="1"/>
          </p:cNvSpPr>
          <p:nvPr>
            <p:ph type="ctrTitle" idx="7"/>
          </p:nvPr>
        </p:nvSpPr>
        <p:spPr>
          <a:xfrm>
            <a:off x="2310350" y="2868777"/>
            <a:ext cx="2150400" cy="384000"/>
          </a:xfrm>
          <a:prstGeom prst="rect">
            <a:avLst/>
          </a:prstGeom>
        </p:spPr>
        <p:txBody>
          <a:bodyPr spcFirstLastPara="1" wrap="square" lIns="91425" tIns="91425" rIns="91425" bIns="91425" anchor="t" anchorCtr="0">
            <a:noAutofit/>
          </a:bodyPr>
          <a:lstStyle>
            <a:lvl1pPr lvl="0" rtl="0">
              <a:spcBef>
                <a:spcPts val="0"/>
              </a:spcBef>
              <a:spcAft>
                <a:spcPts val="0"/>
              </a:spcAft>
              <a:buSzPts val="2000"/>
              <a:buFont typeface="Montserrat"/>
              <a:buNone/>
              <a:defRPr sz="1800">
                <a:solidFill>
                  <a:schemeClr val="accent1"/>
                </a:solidFill>
                <a:latin typeface="Montserrat"/>
                <a:ea typeface="Montserrat"/>
                <a:cs typeface="Montserrat"/>
                <a:sym typeface="Montserrat"/>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0"/>
              </a:spcBef>
              <a:spcAft>
                <a:spcPts val="0"/>
              </a:spcAft>
              <a:buSzPts val="2000"/>
              <a:buFont typeface="Montserrat"/>
              <a:buNone/>
              <a:defRPr sz="2000">
                <a:latin typeface="Montserrat"/>
                <a:ea typeface="Montserrat"/>
                <a:cs typeface="Montserrat"/>
                <a:sym typeface="Montserrat"/>
              </a:defRPr>
            </a:lvl3pPr>
            <a:lvl4pPr lvl="3" rtl="0">
              <a:spcBef>
                <a:spcPts val="0"/>
              </a:spcBef>
              <a:spcAft>
                <a:spcPts val="0"/>
              </a:spcAft>
              <a:buSzPts val="2000"/>
              <a:buFont typeface="Montserrat"/>
              <a:buNone/>
              <a:defRPr sz="2000">
                <a:latin typeface="Montserrat"/>
                <a:ea typeface="Montserrat"/>
                <a:cs typeface="Montserrat"/>
                <a:sym typeface="Montserrat"/>
              </a:defRPr>
            </a:lvl4pPr>
            <a:lvl5pPr lvl="4" rtl="0">
              <a:spcBef>
                <a:spcPts val="0"/>
              </a:spcBef>
              <a:spcAft>
                <a:spcPts val="0"/>
              </a:spcAft>
              <a:buSzPts val="2000"/>
              <a:buFont typeface="Montserrat"/>
              <a:buNone/>
              <a:defRPr sz="2000">
                <a:latin typeface="Montserrat"/>
                <a:ea typeface="Montserrat"/>
                <a:cs typeface="Montserrat"/>
                <a:sym typeface="Montserrat"/>
              </a:defRPr>
            </a:lvl5pPr>
            <a:lvl6pPr lvl="5" rtl="0">
              <a:spcBef>
                <a:spcPts val="0"/>
              </a:spcBef>
              <a:spcAft>
                <a:spcPts val="0"/>
              </a:spcAft>
              <a:buSzPts val="2000"/>
              <a:buFont typeface="Montserrat"/>
              <a:buNone/>
              <a:defRPr sz="2000">
                <a:latin typeface="Montserrat"/>
                <a:ea typeface="Montserrat"/>
                <a:cs typeface="Montserrat"/>
                <a:sym typeface="Montserrat"/>
              </a:defRPr>
            </a:lvl6pPr>
            <a:lvl7pPr lvl="6" rtl="0">
              <a:spcBef>
                <a:spcPts val="0"/>
              </a:spcBef>
              <a:spcAft>
                <a:spcPts val="0"/>
              </a:spcAft>
              <a:buSzPts val="2000"/>
              <a:buFont typeface="Montserrat"/>
              <a:buNone/>
              <a:defRPr sz="2000">
                <a:latin typeface="Montserrat"/>
                <a:ea typeface="Montserrat"/>
                <a:cs typeface="Montserrat"/>
                <a:sym typeface="Montserrat"/>
              </a:defRPr>
            </a:lvl7pPr>
            <a:lvl8pPr lvl="7" rtl="0">
              <a:spcBef>
                <a:spcPts val="0"/>
              </a:spcBef>
              <a:spcAft>
                <a:spcPts val="0"/>
              </a:spcAft>
              <a:buSzPts val="2000"/>
              <a:buFont typeface="Montserrat"/>
              <a:buNone/>
              <a:defRPr sz="2000">
                <a:latin typeface="Montserrat"/>
                <a:ea typeface="Montserrat"/>
                <a:cs typeface="Montserrat"/>
                <a:sym typeface="Montserrat"/>
              </a:defRPr>
            </a:lvl8pPr>
            <a:lvl9pPr lvl="8" rtl="0">
              <a:spcBef>
                <a:spcPts val="0"/>
              </a:spcBef>
              <a:spcAft>
                <a:spcPts val="0"/>
              </a:spcAft>
              <a:buSzPts val="2000"/>
              <a:buFont typeface="Montserrat"/>
              <a:buNone/>
              <a:defRPr sz="2000">
                <a:latin typeface="Montserrat"/>
                <a:ea typeface="Montserrat"/>
                <a:cs typeface="Montserrat"/>
                <a:sym typeface="Montserrat"/>
              </a:defRPr>
            </a:lvl9pPr>
          </a:lstStyle>
          <a:p>
            <a:endParaRPr/>
          </a:p>
        </p:txBody>
      </p:sp>
      <p:sp>
        <p:nvSpPr>
          <p:cNvPr id="70" name="Google Shape;70;p14"/>
          <p:cNvSpPr txBox="1">
            <a:spLocks noGrp="1"/>
          </p:cNvSpPr>
          <p:nvPr>
            <p:ph type="title" idx="8" hasCustomPrompt="1"/>
          </p:nvPr>
        </p:nvSpPr>
        <p:spPr>
          <a:xfrm>
            <a:off x="717800" y="2960450"/>
            <a:ext cx="1493400" cy="941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dk2"/>
              </a:buClr>
              <a:buSzPts val="8000"/>
              <a:buNone/>
              <a:defRPr sz="7000">
                <a:solidFill>
                  <a:schemeClr val="dk2"/>
                </a:solidFill>
              </a:defRPr>
            </a:lvl1pPr>
            <a:lvl2pPr lvl="1"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
        <p:nvSpPr>
          <p:cNvPr id="71" name="Google Shape;71;p14"/>
          <p:cNvSpPr txBox="1">
            <a:spLocks noGrp="1"/>
          </p:cNvSpPr>
          <p:nvPr>
            <p:ph type="subTitle" idx="9"/>
          </p:nvPr>
        </p:nvSpPr>
        <p:spPr>
          <a:xfrm>
            <a:off x="2310350" y="3298325"/>
            <a:ext cx="2150400" cy="7677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Font typeface="Montserrat"/>
              <a:buNone/>
              <a:defRPr sz="1400">
                <a:solidFill>
                  <a:schemeClr val="accent2"/>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1600"/>
              </a:spcBef>
              <a:spcAft>
                <a:spcPts val="0"/>
              </a:spcAft>
              <a:buSzPts val="1400"/>
              <a:buFont typeface="Montserrat"/>
              <a:buNone/>
              <a:defRPr>
                <a:latin typeface="Montserrat"/>
                <a:ea typeface="Montserrat"/>
                <a:cs typeface="Montserrat"/>
                <a:sym typeface="Montserrat"/>
              </a:defRPr>
            </a:lvl3pPr>
            <a:lvl4pPr lvl="3" rtl="0">
              <a:spcBef>
                <a:spcPts val="1600"/>
              </a:spcBef>
              <a:spcAft>
                <a:spcPts val="0"/>
              </a:spcAft>
              <a:buSzPts val="1400"/>
              <a:buFont typeface="Montserrat"/>
              <a:buNone/>
              <a:defRPr>
                <a:latin typeface="Montserrat"/>
                <a:ea typeface="Montserrat"/>
                <a:cs typeface="Montserrat"/>
                <a:sym typeface="Montserrat"/>
              </a:defRPr>
            </a:lvl4pPr>
            <a:lvl5pPr lvl="4" rtl="0">
              <a:spcBef>
                <a:spcPts val="1600"/>
              </a:spcBef>
              <a:spcAft>
                <a:spcPts val="0"/>
              </a:spcAft>
              <a:buSzPts val="1400"/>
              <a:buFont typeface="Montserrat"/>
              <a:buNone/>
              <a:defRPr>
                <a:latin typeface="Montserrat"/>
                <a:ea typeface="Montserrat"/>
                <a:cs typeface="Montserrat"/>
                <a:sym typeface="Montserrat"/>
              </a:defRPr>
            </a:lvl5pPr>
            <a:lvl6pPr lvl="5" rtl="0">
              <a:spcBef>
                <a:spcPts val="1600"/>
              </a:spcBef>
              <a:spcAft>
                <a:spcPts val="0"/>
              </a:spcAft>
              <a:buSzPts val="1400"/>
              <a:buFont typeface="Montserrat"/>
              <a:buNone/>
              <a:defRPr>
                <a:latin typeface="Montserrat"/>
                <a:ea typeface="Montserrat"/>
                <a:cs typeface="Montserrat"/>
                <a:sym typeface="Montserrat"/>
              </a:defRPr>
            </a:lvl6pPr>
            <a:lvl7pPr lvl="6" rtl="0">
              <a:spcBef>
                <a:spcPts val="1600"/>
              </a:spcBef>
              <a:spcAft>
                <a:spcPts val="0"/>
              </a:spcAft>
              <a:buSzPts val="1400"/>
              <a:buFont typeface="Montserrat"/>
              <a:buNone/>
              <a:defRPr>
                <a:latin typeface="Montserrat"/>
                <a:ea typeface="Montserrat"/>
                <a:cs typeface="Montserrat"/>
                <a:sym typeface="Montserrat"/>
              </a:defRPr>
            </a:lvl7pPr>
            <a:lvl8pPr lvl="7" rtl="0">
              <a:spcBef>
                <a:spcPts val="1600"/>
              </a:spcBef>
              <a:spcAft>
                <a:spcPts val="0"/>
              </a:spcAft>
              <a:buSzPts val="1400"/>
              <a:buFont typeface="Montserrat"/>
              <a:buNone/>
              <a:defRPr>
                <a:latin typeface="Montserrat"/>
                <a:ea typeface="Montserrat"/>
                <a:cs typeface="Montserrat"/>
                <a:sym typeface="Montserrat"/>
              </a:defRPr>
            </a:lvl8pPr>
            <a:lvl9pPr lvl="8" rtl="0">
              <a:spcBef>
                <a:spcPts val="1600"/>
              </a:spcBef>
              <a:spcAft>
                <a:spcPts val="1600"/>
              </a:spcAft>
              <a:buSzPts val="1400"/>
              <a:buFont typeface="Montserrat"/>
              <a:buNone/>
              <a:defRPr>
                <a:latin typeface="Montserrat"/>
                <a:ea typeface="Montserrat"/>
                <a:cs typeface="Montserrat"/>
                <a:sym typeface="Montserrat"/>
              </a:defRPr>
            </a:lvl9pPr>
          </a:lstStyle>
          <a:p>
            <a:endParaRPr/>
          </a:p>
        </p:txBody>
      </p:sp>
      <p:sp>
        <p:nvSpPr>
          <p:cNvPr id="72" name="Google Shape;72;p14"/>
          <p:cNvSpPr txBox="1">
            <a:spLocks noGrp="1"/>
          </p:cNvSpPr>
          <p:nvPr>
            <p:ph type="ctrTitle" idx="13"/>
          </p:nvPr>
        </p:nvSpPr>
        <p:spPr>
          <a:xfrm>
            <a:off x="6275650" y="2868775"/>
            <a:ext cx="2150400" cy="384000"/>
          </a:xfrm>
          <a:prstGeom prst="rect">
            <a:avLst/>
          </a:prstGeom>
        </p:spPr>
        <p:txBody>
          <a:bodyPr spcFirstLastPara="1" wrap="square" lIns="91425" tIns="91425" rIns="91425" bIns="91425" anchor="t" anchorCtr="0">
            <a:noAutofit/>
          </a:bodyPr>
          <a:lstStyle>
            <a:lvl1pPr lvl="0" rtl="0">
              <a:spcBef>
                <a:spcPts val="0"/>
              </a:spcBef>
              <a:spcAft>
                <a:spcPts val="0"/>
              </a:spcAft>
              <a:buSzPts val="2000"/>
              <a:buFont typeface="Montserrat"/>
              <a:buNone/>
              <a:defRPr sz="1800">
                <a:solidFill>
                  <a:schemeClr val="accent1"/>
                </a:solidFill>
                <a:latin typeface="Montserrat"/>
                <a:ea typeface="Montserrat"/>
                <a:cs typeface="Montserrat"/>
                <a:sym typeface="Montserrat"/>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0"/>
              </a:spcBef>
              <a:spcAft>
                <a:spcPts val="0"/>
              </a:spcAft>
              <a:buSzPts val="2000"/>
              <a:buFont typeface="Montserrat"/>
              <a:buNone/>
              <a:defRPr sz="2000">
                <a:latin typeface="Montserrat"/>
                <a:ea typeface="Montserrat"/>
                <a:cs typeface="Montserrat"/>
                <a:sym typeface="Montserrat"/>
              </a:defRPr>
            </a:lvl3pPr>
            <a:lvl4pPr lvl="3" rtl="0">
              <a:spcBef>
                <a:spcPts val="0"/>
              </a:spcBef>
              <a:spcAft>
                <a:spcPts val="0"/>
              </a:spcAft>
              <a:buSzPts val="2000"/>
              <a:buFont typeface="Montserrat"/>
              <a:buNone/>
              <a:defRPr sz="2000">
                <a:latin typeface="Montserrat"/>
                <a:ea typeface="Montserrat"/>
                <a:cs typeface="Montserrat"/>
                <a:sym typeface="Montserrat"/>
              </a:defRPr>
            </a:lvl4pPr>
            <a:lvl5pPr lvl="4" rtl="0">
              <a:spcBef>
                <a:spcPts val="0"/>
              </a:spcBef>
              <a:spcAft>
                <a:spcPts val="0"/>
              </a:spcAft>
              <a:buSzPts val="2000"/>
              <a:buFont typeface="Montserrat"/>
              <a:buNone/>
              <a:defRPr sz="2000">
                <a:latin typeface="Montserrat"/>
                <a:ea typeface="Montserrat"/>
                <a:cs typeface="Montserrat"/>
                <a:sym typeface="Montserrat"/>
              </a:defRPr>
            </a:lvl5pPr>
            <a:lvl6pPr lvl="5" rtl="0">
              <a:spcBef>
                <a:spcPts val="0"/>
              </a:spcBef>
              <a:spcAft>
                <a:spcPts val="0"/>
              </a:spcAft>
              <a:buSzPts val="2000"/>
              <a:buFont typeface="Montserrat"/>
              <a:buNone/>
              <a:defRPr sz="2000">
                <a:latin typeface="Montserrat"/>
                <a:ea typeface="Montserrat"/>
                <a:cs typeface="Montserrat"/>
                <a:sym typeface="Montserrat"/>
              </a:defRPr>
            </a:lvl6pPr>
            <a:lvl7pPr lvl="6" rtl="0">
              <a:spcBef>
                <a:spcPts val="0"/>
              </a:spcBef>
              <a:spcAft>
                <a:spcPts val="0"/>
              </a:spcAft>
              <a:buSzPts val="2000"/>
              <a:buFont typeface="Montserrat"/>
              <a:buNone/>
              <a:defRPr sz="2000">
                <a:latin typeface="Montserrat"/>
                <a:ea typeface="Montserrat"/>
                <a:cs typeface="Montserrat"/>
                <a:sym typeface="Montserrat"/>
              </a:defRPr>
            </a:lvl7pPr>
            <a:lvl8pPr lvl="7" rtl="0">
              <a:spcBef>
                <a:spcPts val="0"/>
              </a:spcBef>
              <a:spcAft>
                <a:spcPts val="0"/>
              </a:spcAft>
              <a:buSzPts val="2000"/>
              <a:buFont typeface="Montserrat"/>
              <a:buNone/>
              <a:defRPr sz="2000">
                <a:latin typeface="Montserrat"/>
                <a:ea typeface="Montserrat"/>
                <a:cs typeface="Montserrat"/>
                <a:sym typeface="Montserrat"/>
              </a:defRPr>
            </a:lvl8pPr>
            <a:lvl9pPr lvl="8" rtl="0">
              <a:spcBef>
                <a:spcPts val="0"/>
              </a:spcBef>
              <a:spcAft>
                <a:spcPts val="0"/>
              </a:spcAft>
              <a:buSzPts val="2000"/>
              <a:buFont typeface="Montserrat"/>
              <a:buNone/>
              <a:defRPr sz="2000">
                <a:latin typeface="Montserrat"/>
                <a:ea typeface="Montserrat"/>
                <a:cs typeface="Montserrat"/>
                <a:sym typeface="Montserrat"/>
              </a:defRPr>
            </a:lvl9pPr>
          </a:lstStyle>
          <a:p>
            <a:endParaRPr/>
          </a:p>
        </p:txBody>
      </p:sp>
      <p:sp>
        <p:nvSpPr>
          <p:cNvPr id="73" name="Google Shape;73;p14"/>
          <p:cNvSpPr txBox="1">
            <a:spLocks noGrp="1"/>
          </p:cNvSpPr>
          <p:nvPr>
            <p:ph type="title" idx="14" hasCustomPrompt="1"/>
          </p:nvPr>
        </p:nvSpPr>
        <p:spPr>
          <a:xfrm>
            <a:off x="4686400" y="2960450"/>
            <a:ext cx="1493400" cy="941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dk2"/>
              </a:buClr>
              <a:buSzPts val="8000"/>
              <a:buNone/>
              <a:defRPr sz="7000">
                <a:solidFill>
                  <a:schemeClr val="dk2"/>
                </a:solidFill>
              </a:defRPr>
            </a:lvl1pPr>
            <a:lvl2pPr lvl="1"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
        <p:nvSpPr>
          <p:cNvPr id="74" name="Google Shape;74;p14"/>
          <p:cNvSpPr txBox="1">
            <a:spLocks noGrp="1"/>
          </p:cNvSpPr>
          <p:nvPr>
            <p:ph type="subTitle" idx="15"/>
          </p:nvPr>
        </p:nvSpPr>
        <p:spPr>
          <a:xfrm>
            <a:off x="6275800" y="3298325"/>
            <a:ext cx="2150400" cy="7677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Font typeface="Montserrat"/>
              <a:buNone/>
              <a:defRPr sz="1400">
                <a:solidFill>
                  <a:schemeClr val="accent2"/>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1600"/>
              </a:spcBef>
              <a:spcAft>
                <a:spcPts val="0"/>
              </a:spcAft>
              <a:buSzPts val="1400"/>
              <a:buFont typeface="Montserrat"/>
              <a:buNone/>
              <a:defRPr>
                <a:latin typeface="Montserrat"/>
                <a:ea typeface="Montserrat"/>
                <a:cs typeface="Montserrat"/>
                <a:sym typeface="Montserrat"/>
              </a:defRPr>
            </a:lvl3pPr>
            <a:lvl4pPr lvl="3" rtl="0">
              <a:spcBef>
                <a:spcPts val="1600"/>
              </a:spcBef>
              <a:spcAft>
                <a:spcPts val="0"/>
              </a:spcAft>
              <a:buSzPts val="1400"/>
              <a:buFont typeface="Montserrat"/>
              <a:buNone/>
              <a:defRPr>
                <a:latin typeface="Montserrat"/>
                <a:ea typeface="Montserrat"/>
                <a:cs typeface="Montserrat"/>
                <a:sym typeface="Montserrat"/>
              </a:defRPr>
            </a:lvl4pPr>
            <a:lvl5pPr lvl="4" rtl="0">
              <a:spcBef>
                <a:spcPts val="1600"/>
              </a:spcBef>
              <a:spcAft>
                <a:spcPts val="0"/>
              </a:spcAft>
              <a:buSzPts val="1400"/>
              <a:buFont typeface="Montserrat"/>
              <a:buNone/>
              <a:defRPr>
                <a:latin typeface="Montserrat"/>
                <a:ea typeface="Montserrat"/>
                <a:cs typeface="Montserrat"/>
                <a:sym typeface="Montserrat"/>
              </a:defRPr>
            </a:lvl5pPr>
            <a:lvl6pPr lvl="5" rtl="0">
              <a:spcBef>
                <a:spcPts val="1600"/>
              </a:spcBef>
              <a:spcAft>
                <a:spcPts val="0"/>
              </a:spcAft>
              <a:buSzPts val="1400"/>
              <a:buFont typeface="Montserrat"/>
              <a:buNone/>
              <a:defRPr>
                <a:latin typeface="Montserrat"/>
                <a:ea typeface="Montserrat"/>
                <a:cs typeface="Montserrat"/>
                <a:sym typeface="Montserrat"/>
              </a:defRPr>
            </a:lvl6pPr>
            <a:lvl7pPr lvl="6" rtl="0">
              <a:spcBef>
                <a:spcPts val="1600"/>
              </a:spcBef>
              <a:spcAft>
                <a:spcPts val="0"/>
              </a:spcAft>
              <a:buSzPts val="1400"/>
              <a:buFont typeface="Montserrat"/>
              <a:buNone/>
              <a:defRPr>
                <a:latin typeface="Montserrat"/>
                <a:ea typeface="Montserrat"/>
                <a:cs typeface="Montserrat"/>
                <a:sym typeface="Montserrat"/>
              </a:defRPr>
            </a:lvl7pPr>
            <a:lvl8pPr lvl="7" rtl="0">
              <a:spcBef>
                <a:spcPts val="1600"/>
              </a:spcBef>
              <a:spcAft>
                <a:spcPts val="0"/>
              </a:spcAft>
              <a:buSzPts val="1400"/>
              <a:buFont typeface="Montserrat"/>
              <a:buNone/>
              <a:defRPr>
                <a:latin typeface="Montserrat"/>
                <a:ea typeface="Montserrat"/>
                <a:cs typeface="Montserrat"/>
                <a:sym typeface="Montserrat"/>
              </a:defRPr>
            </a:lvl8pPr>
            <a:lvl9pPr lvl="8" rtl="0">
              <a:spcBef>
                <a:spcPts val="1600"/>
              </a:spcBef>
              <a:spcAft>
                <a:spcPts val="1600"/>
              </a:spcAft>
              <a:buSzPts val="1400"/>
              <a:buFont typeface="Montserrat"/>
              <a:buNone/>
              <a:defRPr>
                <a:latin typeface="Montserrat"/>
                <a:ea typeface="Montserrat"/>
                <a:cs typeface="Montserrat"/>
                <a:sym typeface="Montserrat"/>
              </a:defRPr>
            </a:lvl9pPr>
          </a:lstStyle>
          <a:p>
            <a:endParaRPr/>
          </a:p>
        </p:txBody>
      </p:sp>
      <p:sp>
        <p:nvSpPr>
          <p:cNvPr id="75" name="Google Shape;75;p14"/>
          <p:cNvSpPr/>
          <p:nvPr/>
        </p:nvSpPr>
        <p:spPr>
          <a:xfrm>
            <a:off x="50" y="4834275"/>
            <a:ext cx="4572000" cy="30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4"/>
          <p:cNvSpPr/>
          <p:nvPr/>
        </p:nvSpPr>
        <p:spPr>
          <a:xfrm>
            <a:off x="4572000" y="4834275"/>
            <a:ext cx="4572000" cy="309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CUSTOM_2">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94" name="Google Shape;94;p17"/>
          <p:cNvSpPr txBox="1">
            <a:spLocks noGrp="1"/>
          </p:cNvSpPr>
          <p:nvPr>
            <p:ph type="subTitle" idx="1"/>
          </p:nvPr>
        </p:nvSpPr>
        <p:spPr>
          <a:xfrm>
            <a:off x="788100" y="2390400"/>
            <a:ext cx="2261700" cy="408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b="1">
                <a:solidFill>
                  <a:schemeClr val="accent1"/>
                </a:solidFill>
              </a:defRPr>
            </a:lvl1pPr>
            <a:lvl2pPr lvl="1" algn="ctr" rtl="0">
              <a:spcBef>
                <a:spcPts val="1600"/>
              </a:spcBef>
              <a:spcAft>
                <a:spcPts val="0"/>
              </a:spcAft>
              <a:buNone/>
              <a:defRPr b="1">
                <a:solidFill>
                  <a:schemeClr val="accent1"/>
                </a:solidFill>
              </a:defRPr>
            </a:lvl2pPr>
            <a:lvl3pPr lvl="2" algn="ctr" rtl="0">
              <a:spcBef>
                <a:spcPts val="1600"/>
              </a:spcBef>
              <a:spcAft>
                <a:spcPts val="0"/>
              </a:spcAft>
              <a:buNone/>
              <a:defRPr b="1">
                <a:solidFill>
                  <a:schemeClr val="accent1"/>
                </a:solidFill>
              </a:defRPr>
            </a:lvl3pPr>
            <a:lvl4pPr lvl="3" algn="ctr" rtl="0">
              <a:spcBef>
                <a:spcPts val="1600"/>
              </a:spcBef>
              <a:spcAft>
                <a:spcPts val="0"/>
              </a:spcAft>
              <a:buNone/>
              <a:defRPr b="1">
                <a:solidFill>
                  <a:schemeClr val="accent1"/>
                </a:solidFill>
              </a:defRPr>
            </a:lvl4pPr>
            <a:lvl5pPr lvl="4" algn="ctr" rtl="0">
              <a:spcBef>
                <a:spcPts val="1600"/>
              </a:spcBef>
              <a:spcAft>
                <a:spcPts val="0"/>
              </a:spcAft>
              <a:buNone/>
              <a:defRPr b="1">
                <a:solidFill>
                  <a:schemeClr val="accent1"/>
                </a:solidFill>
              </a:defRPr>
            </a:lvl5pPr>
            <a:lvl6pPr lvl="5" algn="ctr" rtl="0">
              <a:spcBef>
                <a:spcPts val="1600"/>
              </a:spcBef>
              <a:spcAft>
                <a:spcPts val="0"/>
              </a:spcAft>
              <a:buNone/>
              <a:defRPr b="1">
                <a:solidFill>
                  <a:schemeClr val="accent1"/>
                </a:solidFill>
              </a:defRPr>
            </a:lvl6pPr>
            <a:lvl7pPr lvl="6" algn="ctr" rtl="0">
              <a:spcBef>
                <a:spcPts val="1600"/>
              </a:spcBef>
              <a:spcAft>
                <a:spcPts val="0"/>
              </a:spcAft>
              <a:buNone/>
              <a:defRPr b="1">
                <a:solidFill>
                  <a:schemeClr val="accent1"/>
                </a:solidFill>
              </a:defRPr>
            </a:lvl7pPr>
            <a:lvl8pPr lvl="7" algn="ctr" rtl="0">
              <a:spcBef>
                <a:spcPts val="1600"/>
              </a:spcBef>
              <a:spcAft>
                <a:spcPts val="0"/>
              </a:spcAft>
              <a:buNone/>
              <a:defRPr b="1">
                <a:solidFill>
                  <a:schemeClr val="accent1"/>
                </a:solidFill>
              </a:defRPr>
            </a:lvl8pPr>
            <a:lvl9pPr lvl="8" algn="ctr" rtl="0">
              <a:spcBef>
                <a:spcPts val="1600"/>
              </a:spcBef>
              <a:spcAft>
                <a:spcPts val="1600"/>
              </a:spcAft>
              <a:buNone/>
              <a:defRPr b="1">
                <a:solidFill>
                  <a:schemeClr val="accent1"/>
                </a:solidFill>
              </a:defRPr>
            </a:lvl9pPr>
          </a:lstStyle>
          <a:p>
            <a:endParaRPr/>
          </a:p>
        </p:txBody>
      </p:sp>
      <p:sp>
        <p:nvSpPr>
          <p:cNvPr id="95" name="Google Shape;95;p17"/>
          <p:cNvSpPr txBox="1">
            <a:spLocks noGrp="1"/>
          </p:cNvSpPr>
          <p:nvPr>
            <p:ph type="subTitle" idx="2"/>
          </p:nvPr>
        </p:nvSpPr>
        <p:spPr>
          <a:xfrm>
            <a:off x="788100" y="2765850"/>
            <a:ext cx="2261700" cy="723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400">
                <a:solidFill>
                  <a:schemeClr val="dk1"/>
                </a:solidFill>
              </a:defRPr>
            </a:lvl1pPr>
            <a:lvl2pPr lvl="1" algn="ctr" rtl="0">
              <a:lnSpc>
                <a:spcPct val="100000"/>
              </a:lnSpc>
              <a:spcBef>
                <a:spcPts val="1600"/>
              </a:spcBef>
              <a:spcAft>
                <a:spcPts val="0"/>
              </a:spcAft>
              <a:buNone/>
              <a:defRPr sz="1400">
                <a:solidFill>
                  <a:schemeClr val="dk1"/>
                </a:solidFill>
              </a:defRPr>
            </a:lvl2pPr>
            <a:lvl3pPr lvl="2" algn="ctr" rtl="0">
              <a:lnSpc>
                <a:spcPct val="100000"/>
              </a:lnSpc>
              <a:spcBef>
                <a:spcPts val="1600"/>
              </a:spcBef>
              <a:spcAft>
                <a:spcPts val="0"/>
              </a:spcAft>
              <a:buNone/>
              <a:defRPr sz="1400">
                <a:solidFill>
                  <a:schemeClr val="dk1"/>
                </a:solidFill>
              </a:defRPr>
            </a:lvl3pPr>
            <a:lvl4pPr lvl="3" algn="ctr" rtl="0">
              <a:lnSpc>
                <a:spcPct val="100000"/>
              </a:lnSpc>
              <a:spcBef>
                <a:spcPts val="1600"/>
              </a:spcBef>
              <a:spcAft>
                <a:spcPts val="0"/>
              </a:spcAft>
              <a:buNone/>
              <a:defRPr sz="1400">
                <a:solidFill>
                  <a:schemeClr val="dk1"/>
                </a:solidFill>
              </a:defRPr>
            </a:lvl4pPr>
            <a:lvl5pPr lvl="4" algn="ctr" rtl="0">
              <a:lnSpc>
                <a:spcPct val="100000"/>
              </a:lnSpc>
              <a:spcBef>
                <a:spcPts val="1600"/>
              </a:spcBef>
              <a:spcAft>
                <a:spcPts val="0"/>
              </a:spcAft>
              <a:buNone/>
              <a:defRPr sz="1400">
                <a:solidFill>
                  <a:schemeClr val="dk1"/>
                </a:solidFill>
              </a:defRPr>
            </a:lvl5pPr>
            <a:lvl6pPr lvl="5" algn="ctr" rtl="0">
              <a:lnSpc>
                <a:spcPct val="100000"/>
              </a:lnSpc>
              <a:spcBef>
                <a:spcPts val="1600"/>
              </a:spcBef>
              <a:spcAft>
                <a:spcPts val="0"/>
              </a:spcAft>
              <a:buNone/>
              <a:defRPr sz="1400">
                <a:solidFill>
                  <a:schemeClr val="dk1"/>
                </a:solidFill>
              </a:defRPr>
            </a:lvl6pPr>
            <a:lvl7pPr lvl="6" algn="ctr" rtl="0">
              <a:lnSpc>
                <a:spcPct val="100000"/>
              </a:lnSpc>
              <a:spcBef>
                <a:spcPts val="1600"/>
              </a:spcBef>
              <a:spcAft>
                <a:spcPts val="0"/>
              </a:spcAft>
              <a:buNone/>
              <a:defRPr sz="1400">
                <a:solidFill>
                  <a:schemeClr val="dk1"/>
                </a:solidFill>
              </a:defRPr>
            </a:lvl7pPr>
            <a:lvl8pPr lvl="7" algn="ctr" rtl="0">
              <a:lnSpc>
                <a:spcPct val="100000"/>
              </a:lnSpc>
              <a:spcBef>
                <a:spcPts val="1600"/>
              </a:spcBef>
              <a:spcAft>
                <a:spcPts val="0"/>
              </a:spcAft>
              <a:buNone/>
              <a:defRPr sz="1400">
                <a:solidFill>
                  <a:schemeClr val="dk1"/>
                </a:solidFill>
              </a:defRPr>
            </a:lvl8pPr>
            <a:lvl9pPr lvl="8" algn="ctr" rtl="0">
              <a:lnSpc>
                <a:spcPct val="100000"/>
              </a:lnSpc>
              <a:spcBef>
                <a:spcPts val="1600"/>
              </a:spcBef>
              <a:spcAft>
                <a:spcPts val="1600"/>
              </a:spcAft>
              <a:buNone/>
              <a:defRPr sz="1400">
                <a:solidFill>
                  <a:schemeClr val="dk1"/>
                </a:solidFill>
              </a:defRPr>
            </a:lvl9pPr>
          </a:lstStyle>
          <a:p>
            <a:endParaRPr/>
          </a:p>
        </p:txBody>
      </p:sp>
      <p:sp>
        <p:nvSpPr>
          <p:cNvPr id="96" name="Google Shape;96;p17"/>
          <p:cNvSpPr txBox="1">
            <a:spLocks noGrp="1"/>
          </p:cNvSpPr>
          <p:nvPr>
            <p:ph type="subTitle" idx="3"/>
          </p:nvPr>
        </p:nvSpPr>
        <p:spPr>
          <a:xfrm>
            <a:off x="3441150" y="2390400"/>
            <a:ext cx="2261700" cy="408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b="1">
                <a:solidFill>
                  <a:schemeClr val="accent1"/>
                </a:solidFill>
              </a:defRPr>
            </a:lvl1pPr>
            <a:lvl2pPr lvl="1" algn="ctr" rtl="0">
              <a:spcBef>
                <a:spcPts val="1600"/>
              </a:spcBef>
              <a:spcAft>
                <a:spcPts val="0"/>
              </a:spcAft>
              <a:buNone/>
              <a:defRPr b="1">
                <a:solidFill>
                  <a:schemeClr val="accent1"/>
                </a:solidFill>
              </a:defRPr>
            </a:lvl2pPr>
            <a:lvl3pPr lvl="2" algn="ctr" rtl="0">
              <a:spcBef>
                <a:spcPts val="1600"/>
              </a:spcBef>
              <a:spcAft>
                <a:spcPts val="0"/>
              </a:spcAft>
              <a:buNone/>
              <a:defRPr b="1">
                <a:solidFill>
                  <a:schemeClr val="accent1"/>
                </a:solidFill>
              </a:defRPr>
            </a:lvl3pPr>
            <a:lvl4pPr lvl="3" algn="ctr" rtl="0">
              <a:spcBef>
                <a:spcPts val="1600"/>
              </a:spcBef>
              <a:spcAft>
                <a:spcPts val="0"/>
              </a:spcAft>
              <a:buNone/>
              <a:defRPr b="1">
                <a:solidFill>
                  <a:schemeClr val="accent1"/>
                </a:solidFill>
              </a:defRPr>
            </a:lvl4pPr>
            <a:lvl5pPr lvl="4" algn="ctr" rtl="0">
              <a:spcBef>
                <a:spcPts val="1600"/>
              </a:spcBef>
              <a:spcAft>
                <a:spcPts val="0"/>
              </a:spcAft>
              <a:buNone/>
              <a:defRPr b="1">
                <a:solidFill>
                  <a:schemeClr val="accent1"/>
                </a:solidFill>
              </a:defRPr>
            </a:lvl5pPr>
            <a:lvl6pPr lvl="5" algn="ctr" rtl="0">
              <a:spcBef>
                <a:spcPts val="1600"/>
              </a:spcBef>
              <a:spcAft>
                <a:spcPts val="0"/>
              </a:spcAft>
              <a:buNone/>
              <a:defRPr b="1">
                <a:solidFill>
                  <a:schemeClr val="accent1"/>
                </a:solidFill>
              </a:defRPr>
            </a:lvl6pPr>
            <a:lvl7pPr lvl="6" algn="ctr" rtl="0">
              <a:spcBef>
                <a:spcPts val="1600"/>
              </a:spcBef>
              <a:spcAft>
                <a:spcPts val="0"/>
              </a:spcAft>
              <a:buNone/>
              <a:defRPr b="1">
                <a:solidFill>
                  <a:schemeClr val="accent1"/>
                </a:solidFill>
              </a:defRPr>
            </a:lvl7pPr>
            <a:lvl8pPr lvl="7" algn="ctr" rtl="0">
              <a:spcBef>
                <a:spcPts val="1600"/>
              </a:spcBef>
              <a:spcAft>
                <a:spcPts val="0"/>
              </a:spcAft>
              <a:buNone/>
              <a:defRPr b="1">
                <a:solidFill>
                  <a:schemeClr val="accent1"/>
                </a:solidFill>
              </a:defRPr>
            </a:lvl8pPr>
            <a:lvl9pPr lvl="8" algn="ctr" rtl="0">
              <a:spcBef>
                <a:spcPts val="1600"/>
              </a:spcBef>
              <a:spcAft>
                <a:spcPts val="1600"/>
              </a:spcAft>
              <a:buNone/>
              <a:defRPr b="1">
                <a:solidFill>
                  <a:schemeClr val="accent1"/>
                </a:solidFill>
              </a:defRPr>
            </a:lvl9pPr>
          </a:lstStyle>
          <a:p>
            <a:endParaRPr/>
          </a:p>
        </p:txBody>
      </p:sp>
      <p:sp>
        <p:nvSpPr>
          <p:cNvPr id="97" name="Google Shape;97;p17"/>
          <p:cNvSpPr txBox="1">
            <a:spLocks noGrp="1"/>
          </p:cNvSpPr>
          <p:nvPr>
            <p:ph type="subTitle" idx="4"/>
          </p:nvPr>
        </p:nvSpPr>
        <p:spPr>
          <a:xfrm>
            <a:off x="3441150" y="2765850"/>
            <a:ext cx="2261700" cy="723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400">
                <a:solidFill>
                  <a:schemeClr val="dk1"/>
                </a:solidFill>
              </a:defRPr>
            </a:lvl1pPr>
            <a:lvl2pPr lvl="1" algn="ctr" rtl="0">
              <a:lnSpc>
                <a:spcPct val="100000"/>
              </a:lnSpc>
              <a:spcBef>
                <a:spcPts val="1600"/>
              </a:spcBef>
              <a:spcAft>
                <a:spcPts val="0"/>
              </a:spcAft>
              <a:buNone/>
              <a:defRPr sz="1400">
                <a:solidFill>
                  <a:schemeClr val="dk1"/>
                </a:solidFill>
              </a:defRPr>
            </a:lvl2pPr>
            <a:lvl3pPr lvl="2" algn="ctr" rtl="0">
              <a:lnSpc>
                <a:spcPct val="100000"/>
              </a:lnSpc>
              <a:spcBef>
                <a:spcPts val="1600"/>
              </a:spcBef>
              <a:spcAft>
                <a:spcPts val="0"/>
              </a:spcAft>
              <a:buNone/>
              <a:defRPr sz="1400">
                <a:solidFill>
                  <a:schemeClr val="dk1"/>
                </a:solidFill>
              </a:defRPr>
            </a:lvl3pPr>
            <a:lvl4pPr lvl="3" algn="ctr" rtl="0">
              <a:lnSpc>
                <a:spcPct val="100000"/>
              </a:lnSpc>
              <a:spcBef>
                <a:spcPts val="1600"/>
              </a:spcBef>
              <a:spcAft>
                <a:spcPts val="0"/>
              </a:spcAft>
              <a:buNone/>
              <a:defRPr sz="1400">
                <a:solidFill>
                  <a:schemeClr val="dk1"/>
                </a:solidFill>
              </a:defRPr>
            </a:lvl4pPr>
            <a:lvl5pPr lvl="4" algn="ctr" rtl="0">
              <a:lnSpc>
                <a:spcPct val="100000"/>
              </a:lnSpc>
              <a:spcBef>
                <a:spcPts val="1600"/>
              </a:spcBef>
              <a:spcAft>
                <a:spcPts val="0"/>
              </a:spcAft>
              <a:buNone/>
              <a:defRPr sz="1400">
                <a:solidFill>
                  <a:schemeClr val="dk1"/>
                </a:solidFill>
              </a:defRPr>
            </a:lvl5pPr>
            <a:lvl6pPr lvl="5" algn="ctr" rtl="0">
              <a:lnSpc>
                <a:spcPct val="100000"/>
              </a:lnSpc>
              <a:spcBef>
                <a:spcPts val="1600"/>
              </a:spcBef>
              <a:spcAft>
                <a:spcPts val="0"/>
              </a:spcAft>
              <a:buNone/>
              <a:defRPr sz="1400">
                <a:solidFill>
                  <a:schemeClr val="dk1"/>
                </a:solidFill>
              </a:defRPr>
            </a:lvl6pPr>
            <a:lvl7pPr lvl="6" algn="ctr" rtl="0">
              <a:lnSpc>
                <a:spcPct val="100000"/>
              </a:lnSpc>
              <a:spcBef>
                <a:spcPts val="1600"/>
              </a:spcBef>
              <a:spcAft>
                <a:spcPts val="0"/>
              </a:spcAft>
              <a:buNone/>
              <a:defRPr sz="1400">
                <a:solidFill>
                  <a:schemeClr val="dk1"/>
                </a:solidFill>
              </a:defRPr>
            </a:lvl7pPr>
            <a:lvl8pPr lvl="7" algn="ctr" rtl="0">
              <a:lnSpc>
                <a:spcPct val="100000"/>
              </a:lnSpc>
              <a:spcBef>
                <a:spcPts val="1600"/>
              </a:spcBef>
              <a:spcAft>
                <a:spcPts val="0"/>
              </a:spcAft>
              <a:buNone/>
              <a:defRPr sz="1400">
                <a:solidFill>
                  <a:schemeClr val="dk1"/>
                </a:solidFill>
              </a:defRPr>
            </a:lvl8pPr>
            <a:lvl9pPr lvl="8" algn="ctr" rtl="0">
              <a:lnSpc>
                <a:spcPct val="100000"/>
              </a:lnSpc>
              <a:spcBef>
                <a:spcPts val="1600"/>
              </a:spcBef>
              <a:spcAft>
                <a:spcPts val="1600"/>
              </a:spcAft>
              <a:buNone/>
              <a:defRPr sz="1400">
                <a:solidFill>
                  <a:schemeClr val="dk1"/>
                </a:solidFill>
              </a:defRPr>
            </a:lvl9pPr>
          </a:lstStyle>
          <a:p>
            <a:endParaRPr/>
          </a:p>
        </p:txBody>
      </p:sp>
      <p:sp>
        <p:nvSpPr>
          <p:cNvPr id="98" name="Google Shape;98;p17"/>
          <p:cNvSpPr txBox="1">
            <a:spLocks noGrp="1"/>
          </p:cNvSpPr>
          <p:nvPr>
            <p:ph type="subTitle" idx="5"/>
          </p:nvPr>
        </p:nvSpPr>
        <p:spPr>
          <a:xfrm>
            <a:off x="6094200" y="2390400"/>
            <a:ext cx="2261700" cy="408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b="1">
                <a:solidFill>
                  <a:schemeClr val="accent1"/>
                </a:solidFill>
              </a:defRPr>
            </a:lvl1pPr>
            <a:lvl2pPr lvl="1" algn="ctr" rtl="0">
              <a:spcBef>
                <a:spcPts val="1600"/>
              </a:spcBef>
              <a:spcAft>
                <a:spcPts val="0"/>
              </a:spcAft>
              <a:buNone/>
              <a:defRPr b="1">
                <a:solidFill>
                  <a:schemeClr val="accent1"/>
                </a:solidFill>
              </a:defRPr>
            </a:lvl2pPr>
            <a:lvl3pPr lvl="2" algn="ctr" rtl="0">
              <a:spcBef>
                <a:spcPts val="1600"/>
              </a:spcBef>
              <a:spcAft>
                <a:spcPts val="0"/>
              </a:spcAft>
              <a:buNone/>
              <a:defRPr b="1">
                <a:solidFill>
                  <a:schemeClr val="accent1"/>
                </a:solidFill>
              </a:defRPr>
            </a:lvl3pPr>
            <a:lvl4pPr lvl="3" algn="ctr" rtl="0">
              <a:spcBef>
                <a:spcPts val="1600"/>
              </a:spcBef>
              <a:spcAft>
                <a:spcPts val="0"/>
              </a:spcAft>
              <a:buNone/>
              <a:defRPr b="1">
                <a:solidFill>
                  <a:schemeClr val="accent1"/>
                </a:solidFill>
              </a:defRPr>
            </a:lvl4pPr>
            <a:lvl5pPr lvl="4" algn="ctr" rtl="0">
              <a:spcBef>
                <a:spcPts val="1600"/>
              </a:spcBef>
              <a:spcAft>
                <a:spcPts val="0"/>
              </a:spcAft>
              <a:buNone/>
              <a:defRPr b="1">
                <a:solidFill>
                  <a:schemeClr val="accent1"/>
                </a:solidFill>
              </a:defRPr>
            </a:lvl5pPr>
            <a:lvl6pPr lvl="5" algn="ctr" rtl="0">
              <a:spcBef>
                <a:spcPts val="1600"/>
              </a:spcBef>
              <a:spcAft>
                <a:spcPts val="0"/>
              </a:spcAft>
              <a:buNone/>
              <a:defRPr b="1">
                <a:solidFill>
                  <a:schemeClr val="accent1"/>
                </a:solidFill>
              </a:defRPr>
            </a:lvl6pPr>
            <a:lvl7pPr lvl="6" algn="ctr" rtl="0">
              <a:spcBef>
                <a:spcPts val="1600"/>
              </a:spcBef>
              <a:spcAft>
                <a:spcPts val="0"/>
              </a:spcAft>
              <a:buNone/>
              <a:defRPr b="1">
                <a:solidFill>
                  <a:schemeClr val="accent1"/>
                </a:solidFill>
              </a:defRPr>
            </a:lvl7pPr>
            <a:lvl8pPr lvl="7" algn="ctr" rtl="0">
              <a:spcBef>
                <a:spcPts val="1600"/>
              </a:spcBef>
              <a:spcAft>
                <a:spcPts val="0"/>
              </a:spcAft>
              <a:buNone/>
              <a:defRPr b="1">
                <a:solidFill>
                  <a:schemeClr val="accent1"/>
                </a:solidFill>
              </a:defRPr>
            </a:lvl8pPr>
            <a:lvl9pPr lvl="8" algn="ctr" rtl="0">
              <a:spcBef>
                <a:spcPts val="1600"/>
              </a:spcBef>
              <a:spcAft>
                <a:spcPts val="1600"/>
              </a:spcAft>
              <a:buNone/>
              <a:defRPr b="1">
                <a:solidFill>
                  <a:schemeClr val="accent1"/>
                </a:solidFill>
              </a:defRPr>
            </a:lvl9pPr>
          </a:lstStyle>
          <a:p>
            <a:endParaRPr/>
          </a:p>
        </p:txBody>
      </p:sp>
      <p:sp>
        <p:nvSpPr>
          <p:cNvPr id="99" name="Google Shape;99;p17"/>
          <p:cNvSpPr txBox="1">
            <a:spLocks noGrp="1"/>
          </p:cNvSpPr>
          <p:nvPr>
            <p:ph type="subTitle" idx="6"/>
          </p:nvPr>
        </p:nvSpPr>
        <p:spPr>
          <a:xfrm>
            <a:off x="6094200" y="2765850"/>
            <a:ext cx="2261700" cy="723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400">
                <a:solidFill>
                  <a:schemeClr val="dk1"/>
                </a:solidFill>
              </a:defRPr>
            </a:lvl1pPr>
            <a:lvl2pPr lvl="1" algn="ctr" rtl="0">
              <a:lnSpc>
                <a:spcPct val="100000"/>
              </a:lnSpc>
              <a:spcBef>
                <a:spcPts val="1600"/>
              </a:spcBef>
              <a:spcAft>
                <a:spcPts val="0"/>
              </a:spcAft>
              <a:buNone/>
              <a:defRPr sz="1400">
                <a:solidFill>
                  <a:schemeClr val="dk1"/>
                </a:solidFill>
              </a:defRPr>
            </a:lvl2pPr>
            <a:lvl3pPr lvl="2" algn="ctr" rtl="0">
              <a:lnSpc>
                <a:spcPct val="100000"/>
              </a:lnSpc>
              <a:spcBef>
                <a:spcPts val="1600"/>
              </a:spcBef>
              <a:spcAft>
                <a:spcPts val="0"/>
              </a:spcAft>
              <a:buNone/>
              <a:defRPr sz="1400">
                <a:solidFill>
                  <a:schemeClr val="dk1"/>
                </a:solidFill>
              </a:defRPr>
            </a:lvl3pPr>
            <a:lvl4pPr lvl="3" algn="ctr" rtl="0">
              <a:lnSpc>
                <a:spcPct val="100000"/>
              </a:lnSpc>
              <a:spcBef>
                <a:spcPts val="1600"/>
              </a:spcBef>
              <a:spcAft>
                <a:spcPts val="0"/>
              </a:spcAft>
              <a:buNone/>
              <a:defRPr sz="1400">
                <a:solidFill>
                  <a:schemeClr val="dk1"/>
                </a:solidFill>
              </a:defRPr>
            </a:lvl4pPr>
            <a:lvl5pPr lvl="4" algn="ctr" rtl="0">
              <a:lnSpc>
                <a:spcPct val="100000"/>
              </a:lnSpc>
              <a:spcBef>
                <a:spcPts val="1600"/>
              </a:spcBef>
              <a:spcAft>
                <a:spcPts val="0"/>
              </a:spcAft>
              <a:buNone/>
              <a:defRPr sz="1400">
                <a:solidFill>
                  <a:schemeClr val="dk1"/>
                </a:solidFill>
              </a:defRPr>
            </a:lvl5pPr>
            <a:lvl6pPr lvl="5" algn="ctr" rtl="0">
              <a:lnSpc>
                <a:spcPct val="100000"/>
              </a:lnSpc>
              <a:spcBef>
                <a:spcPts val="1600"/>
              </a:spcBef>
              <a:spcAft>
                <a:spcPts val="0"/>
              </a:spcAft>
              <a:buNone/>
              <a:defRPr sz="1400">
                <a:solidFill>
                  <a:schemeClr val="dk1"/>
                </a:solidFill>
              </a:defRPr>
            </a:lvl6pPr>
            <a:lvl7pPr lvl="6" algn="ctr" rtl="0">
              <a:lnSpc>
                <a:spcPct val="100000"/>
              </a:lnSpc>
              <a:spcBef>
                <a:spcPts val="1600"/>
              </a:spcBef>
              <a:spcAft>
                <a:spcPts val="0"/>
              </a:spcAft>
              <a:buNone/>
              <a:defRPr sz="1400">
                <a:solidFill>
                  <a:schemeClr val="dk1"/>
                </a:solidFill>
              </a:defRPr>
            </a:lvl7pPr>
            <a:lvl8pPr lvl="7" algn="ctr" rtl="0">
              <a:lnSpc>
                <a:spcPct val="100000"/>
              </a:lnSpc>
              <a:spcBef>
                <a:spcPts val="1600"/>
              </a:spcBef>
              <a:spcAft>
                <a:spcPts val="0"/>
              </a:spcAft>
              <a:buNone/>
              <a:defRPr sz="1400">
                <a:solidFill>
                  <a:schemeClr val="dk1"/>
                </a:solidFill>
              </a:defRPr>
            </a:lvl8pPr>
            <a:lvl9pPr lvl="8" algn="ctr" rtl="0">
              <a:lnSpc>
                <a:spcPct val="100000"/>
              </a:lnSpc>
              <a:spcBef>
                <a:spcPts val="1600"/>
              </a:spcBef>
              <a:spcAft>
                <a:spcPts val="1600"/>
              </a:spcAft>
              <a:buNone/>
              <a:defRPr sz="1400">
                <a:solidFill>
                  <a:schemeClr val="dk1"/>
                </a:solidFill>
              </a:defRPr>
            </a:lvl9pPr>
          </a:lstStyle>
          <a:p>
            <a:endParaRPr/>
          </a:p>
        </p:txBody>
      </p:sp>
      <p:sp>
        <p:nvSpPr>
          <p:cNvPr id="100" name="Google Shape;100;p17"/>
          <p:cNvSpPr/>
          <p:nvPr/>
        </p:nvSpPr>
        <p:spPr>
          <a:xfrm flipH="1">
            <a:off x="4572000" y="4834275"/>
            <a:ext cx="4572000" cy="30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7"/>
          <p:cNvSpPr/>
          <p:nvPr/>
        </p:nvSpPr>
        <p:spPr>
          <a:xfrm flipH="1">
            <a:off x="50" y="4834275"/>
            <a:ext cx="4572000" cy="309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our columns ">
  <p:cSld name="CUSTOM_3">
    <p:spTree>
      <p:nvGrpSpPr>
        <p:cNvPr id="1" name="Shape 102"/>
        <p:cNvGrpSpPr/>
        <p:nvPr/>
      </p:nvGrpSpPr>
      <p:grpSpPr>
        <a:xfrm>
          <a:off x="0" y="0"/>
          <a:ext cx="0" cy="0"/>
          <a:chOff x="0" y="0"/>
          <a:chExt cx="0" cy="0"/>
        </a:xfrm>
      </p:grpSpPr>
      <p:sp>
        <p:nvSpPr>
          <p:cNvPr id="103" name="Google Shape;103;p18"/>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104" name="Google Shape;104;p18"/>
          <p:cNvSpPr txBox="1">
            <a:spLocks noGrp="1"/>
          </p:cNvSpPr>
          <p:nvPr>
            <p:ph type="subTitle" idx="1"/>
          </p:nvPr>
        </p:nvSpPr>
        <p:spPr>
          <a:xfrm>
            <a:off x="1878275" y="1251675"/>
            <a:ext cx="2787600" cy="4239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chemeClr val="lt1"/>
                </a:solidFill>
              </a:defRPr>
            </a:lvl1pPr>
            <a:lvl2pPr lvl="1" rtl="0">
              <a:spcBef>
                <a:spcPts val="1600"/>
              </a:spcBef>
              <a:spcAft>
                <a:spcPts val="0"/>
              </a:spcAft>
              <a:buNone/>
              <a:defRPr b="1">
                <a:solidFill>
                  <a:schemeClr val="lt1"/>
                </a:solidFill>
              </a:defRPr>
            </a:lvl2pPr>
            <a:lvl3pPr lvl="2" rtl="0">
              <a:spcBef>
                <a:spcPts val="1600"/>
              </a:spcBef>
              <a:spcAft>
                <a:spcPts val="0"/>
              </a:spcAft>
              <a:buNone/>
              <a:defRPr b="1">
                <a:solidFill>
                  <a:schemeClr val="lt1"/>
                </a:solidFill>
              </a:defRPr>
            </a:lvl3pPr>
            <a:lvl4pPr lvl="3" rtl="0">
              <a:spcBef>
                <a:spcPts val="1600"/>
              </a:spcBef>
              <a:spcAft>
                <a:spcPts val="0"/>
              </a:spcAft>
              <a:buNone/>
              <a:defRPr b="1">
                <a:solidFill>
                  <a:schemeClr val="lt1"/>
                </a:solidFill>
              </a:defRPr>
            </a:lvl4pPr>
            <a:lvl5pPr lvl="4" rtl="0">
              <a:spcBef>
                <a:spcPts val="1600"/>
              </a:spcBef>
              <a:spcAft>
                <a:spcPts val="0"/>
              </a:spcAft>
              <a:buNone/>
              <a:defRPr b="1">
                <a:solidFill>
                  <a:schemeClr val="lt1"/>
                </a:solidFill>
              </a:defRPr>
            </a:lvl5pPr>
            <a:lvl6pPr lvl="5" rtl="0">
              <a:spcBef>
                <a:spcPts val="1600"/>
              </a:spcBef>
              <a:spcAft>
                <a:spcPts val="0"/>
              </a:spcAft>
              <a:buNone/>
              <a:defRPr b="1">
                <a:solidFill>
                  <a:schemeClr val="lt1"/>
                </a:solidFill>
              </a:defRPr>
            </a:lvl6pPr>
            <a:lvl7pPr lvl="6" rtl="0">
              <a:spcBef>
                <a:spcPts val="1600"/>
              </a:spcBef>
              <a:spcAft>
                <a:spcPts val="0"/>
              </a:spcAft>
              <a:buNone/>
              <a:defRPr b="1">
                <a:solidFill>
                  <a:schemeClr val="lt1"/>
                </a:solidFill>
              </a:defRPr>
            </a:lvl7pPr>
            <a:lvl8pPr lvl="7" rtl="0">
              <a:spcBef>
                <a:spcPts val="1600"/>
              </a:spcBef>
              <a:spcAft>
                <a:spcPts val="0"/>
              </a:spcAft>
              <a:buNone/>
              <a:defRPr b="1">
                <a:solidFill>
                  <a:schemeClr val="lt1"/>
                </a:solidFill>
              </a:defRPr>
            </a:lvl8pPr>
            <a:lvl9pPr lvl="8" rtl="0">
              <a:spcBef>
                <a:spcPts val="1600"/>
              </a:spcBef>
              <a:spcAft>
                <a:spcPts val="1600"/>
              </a:spcAft>
              <a:buNone/>
              <a:defRPr b="1">
                <a:solidFill>
                  <a:schemeClr val="lt1"/>
                </a:solidFill>
              </a:defRPr>
            </a:lvl9pPr>
          </a:lstStyle>
          <a:p>
            <a:endParaRPr/>
          </a:p>
        </p:txBody>
      </p:sp>
      <p:sp>
        <p:nvSpPr>
          <p:cNvPr id="105" name="Google Shape;105;p18"/>
          <p:cNvSpPr txBox="1">
            <a:spLocks noGrp="1"/>
          </p:cNvSpPr>
          <p:nvPr>
            <p:ph type="subTitle" idx="2"/>
          </p:nvPr>
        </p:nvSpPr>
        <p:spPr>
          <a:xfrm>
            <a:off x="1878275" y="1744345"/>
            <a:ext cx="2787600" cy="8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a:endParaRPr/>
          </a:p>
        </p:txBody>
      </p:sp>
      <p:sp>
        <p:nvSpPr>
          <p:cNvPr id="106" name="Google Shape;106;p18"/>
          <p:cNvSpPr txBox="1">
            <a:spLocks noGrp="1"/>
          </p:cNvSpPr>
          <p:nvPr>
            <p:ph type="subTitle" idx="3"/>
          </p:nvPr>
        </p:nvSpPr>
        <p:spPr>
          <a:xfrm>
            <a:off x="5351497" y="1251675"/>
            <a:ext cx="2787600" cy="4239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chemeClr val="lt1"/>
                </a:solidFill>
              </a:defRPr>
            </a:lvl1pPr>
            <a:lvl2pPr lvl="1" rtl="0">
              <a:spcBef>
                <a:spcPts val="1600"/>
              </a:spcBef>
              <a:spcAft>
                <a:spcPts val="0"/>
              </a:spcAft>
              <a:buNone/>
              <a:defRPr b="1">
                <a:solidFill>
                  <a:schemeClr val="lt1"/>
                </a:solidFill>
              </a:defRPr>
            </a:lvl2pPr>
            <a:lvl3pPr lvl="2" rtl="0">
              <a:spcBef>
                <a:spcPts val="1600"/>
              </a:spcBef>
              <a:spcAft>
                <a:spcPts val="0"/>
              </a:spcAft>
              <a:buNone/>
              <a:defRPr b="1">
                <a:solidFill>
                  <a:schemeClr val="lt1"/>
                </a:solidFill>
              </a:defRPr>
            </a:lvl3pPr>
            <a:lvl4pPr lvl="3" rtl="0">
              <a:spcBef>
                <a:spcPts val="1600"/>
              </a:spcBef>
              <a:spcAft>
                <a:spcPts val="0"/>
              </a:spcAft>
              <a:buNone/>
              <a:defRPr b="1">
                <a:solidFill>
                  <a:schemeClr val="lt1"/>
                </a:solidFill>
              </a:defRPr>
            </a:lvl4pPr>
            <a:lvl5pPr lvl="4" rtl="0">
              <a:spcBef>
                <a:spcPts val="1600"/>
              </a:spcBef>
              <a:spcAft>
                <a:spcPts val="0"/>
              </a:spcAft>
              <a:buNone/>
              <a:defRPr b="1">
                <a:solidFill>
                  <a:schemeClr val="lt1"/>
                </a:solidFill>
              </a:defRPr>
            </a:lvl5pPr>
            <a:lvl6pPr lvl="5" rtl="0">
              <a:spcBef>
                <a:spcPts val="1600"/>
              </a:spcBef>
              <a:spcAft>
                <a:spcPts val="0"/>
              </a:spcAft>
              <a:buNone/>
              <a:defRPr b="1">
                <a:solidFill>
                  <a:schemeClr val="lt1"/>
                </a:solidFill>
              </a:defRPr>
            </a:lvl6pPr>
            <a:lvl7pPr lvl="6" rtl="0">
              <a:spcBef>
                <a:spcPts val="1600"/>
              </a:spcBef>
              <a:spcAft>
                <a:spcPts val="0"/>
              </a:spcAft>
              <a:buNone/>
              <a:defRPr b="1">
                <a:solidFill>
                  <a:schemeClr val="lt1"/>
                </a:solidFill>
              </a:defRPr>
            </a:lvl7pPr>
            <a:lvl8pPr lvl="7" rtl="0">
              <a:spcBef>
                <a:spcPts val="1600"/>
              </a:spcBef>
              <a:spcAft>
                <a:spcPts val="0"/>
              </a:spcAft>
              <a:buNone/>
              <a:defRPr b="1">
                <a:solidFill>
                  <a:schemeClr val="lt1"/>
                </a:solidFill>
              </a:defRPr>
            </a:lvl8pPr>
            <a:lvl9pPr lvl="8" rtl="0">
              <a:spcBef>
                <a:spcPts val="1600"/>
              </a:spcBef>
              <a:spcAft>
                <a:spcPts val="1600"/>
              </a:spcAft>
              <a:buNone/>
              <a:defRPr b="1">
                <a:solidFill>
                  <a:schemeClr val="lt1"/>
                </a:solidFill>
              </a:defRPr>
            </a:lvl9pPr>
          </a:lstStyle>
          <a:p>
            <a:endParaRPr/>
          </a:p>
        </p:txBody>
      </p:sp>
      <p:sp>
        <p:nvSpPr>
          <p:cNvPr id="107" name="Google Shape;107;p18"/>
          <p:cNvSpPr txBox="1">
            <a:spLocks noGrp="1"/>
          </p:cNvSpPr>
          <p:nvPr>
            <p:ph type="subTitle" idx="4"/>
          </p:nvPr>
        </p:nvSpPr>
        <p:spPr>
          <a:xfrm>
            <a:off x="5351493" y="1744282"/>
            <a:ext cx="2787600" cy="8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a:endParaRPr/>
          </a:p>
        </p:txBody>
      </p:sp>
      <p:sp>
        <p:nvSpPr>
          <p:cNvPr id="108" name="Google Shape;108;p18"/>
          <p:cNvSpPr txBox="1">
            <a:spLocks noGrp="1"/>
          </p:cNvSpPr>
          <p:nvPr>
            <p:ph type="subTitle" idx="5"/>
          </p:nvPr>
        </p:nvSpPr>
        <p:spPr>
          <a:xfrm>
            <a:off x="1878275" y="2898148"/>
            <a:ext cx="2787600" cy="3402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chemeClr val="lt1"/>
                </a:solidFill>
              </a:defRPr>
            </a:lvl1pPr>
            <a:lvl2pPr lvl="1" rtl="0">
              <a:spcBef>
                <a:spcPts val="1600"/>
              </a:spcBef>
              <a:spcAft>
                <a:spcPts val="0"/>
              </a:spcAft>
              <a:buNone/>
              <a:defRPr b="1">
                <a:solidFill>
                  <a:schemeClr val="lt1"/>
                </a:solidFill>
              </a:defRPr>
            </a:lvl2pPr>
            <a:lvl3pPr lvl="2" rtl="0">
              <a:spcBef>
                <a:spcPts val="1600"/>
              </a:spcBef>
              <a:spcAft>
                <a:spcPts val="0"/>
              </a:spcAft>
              <a:buNone/>
              <a:defRPr b="1">
                <a:solidFill>
                  <a:schemeClr val="lt1"/>
                </a:solidFill>
              </a:defRPr>
            </a:lvl3pPr>
            <a:lvl4pPr lvl="3" rtl="0">
              <a:spcBef>
                <a:spcPts val="1600"/>
              </a:spcBef>
              <a:spcAft>
                <a:spcPts val="0"/>
              </a:spcAft>
              <a:buNone/>
              <a:defRPr b="1">
                <a:solidFill>
                  <a:schemeClr val="lt1"/>
                </a:solidFill>
              </a:defRPr>
            </a:lvl4pPr>
            <a:lvl5pPr lvl="4" rtl="0">
              <a:spcBef>
                <a:spcPts val="1600"/>
              </a:spcBef>
              <a:spcAft>
                <a:spcPts val="0"/>
              </a:spcAft>
              <a:buNone/>
              <a:defRPr b="1">
                <a:solidFill>
                  <a:schemeClr val="lt1"/>
                </a:solidFill>
              </a:defRPr>
            </a:lvl5pPr>
            <a:lvl6pPr lvl="5" rtl="0">
              <a:spcBef>
                <a:spcPts val="1600"/>
              </a:spcBef>
              <a:spcAft>
                <a:spcPts val="0"/>
              </a:spcAft>
              <a:buNone/>
              <a:defRPr b="1">
                <a:solidFill>
                  <a:schemeClr val="lt1"/>
                </a:solidFill>
              </a:defRPr>
            </a:lvl6pPr>
            <a:lvl7pPr lvl="6" rtl="0">
              <a:spcBef>
                <a:spcPts val="1600"/>
              </a:spcBef>
              <a:spcAft>
                <a:spcPts val="0"/>
              </a:spcAft>
              <a:buNone/>
              <a:defRPr b="1">
                <a:solidFill>
                  <a:schemeClr val="lt1"/>
                </a:solidFill>
              </a:defRPr>
            </a:lvl7pPr>
            <a:lvl8pPr lvl="7" rtl="0">
              <a:spcBef>
                <a:spcPts val="1600"/>
              </a:spcBef>
              <a:spcAft>
                <a:spcPts val="0"/>
              </a:spcAft>
              <a:buNone/>
              <a:defRPr b="1">
                <a:solidFill>
                  <a:schemeClr val="lt1"/>
                </a:solidFill>
              </a:defRPr>
            </a:lvl8pPr>
            <a:lvl9pPr lvl="8" rtl="0">
              <a:spcBef>
                <a:spcPts val="1600"/>
              </a:spcBef>
              <a:spcAft>
                <a:spcPts val="1600"/>
              </a:spcAft>
              <a:buNone/>
              <a:defRPr b="1">
                <a:solidFill>
                  <a:schemeClr val="lt1"/>
                </a:solidFill>
              </a:defRPr>
            </a:lvl9pPr>
          </a:lstStyle>
          <a:p>
            <a:endParaRPr/>
          </a:p>
        </p:txBody>
      </p:sp>
      <p:sp>
        <p:nvSpPr>
          <p:cNvPr id="109" name="Google Shape;109;p18"/>
          <p:cNvSpPr txBox="1">
            <a:spLocks noGrp="1"/>
          </p:cNvSpPr>
          <p:nvPr>
            <p:ph type="subTitle" idx="6"/>
          </p:nvPr>
        </p:nvSpPr>
        <p:spPr>
          <a:xfrm>
            <a:off x="1878275" y="3390754"/>
            <a:ext cx="2787600" cy="8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a:endParaRPr/>
          </a:p>
        </p:txBody>
      </p:sp>
      <p:sp>
        <p:nvSpPr>
          <p:cNvPr id="110" name="Google Shape;110;p18"/>
          <p:cNvSpPr txBox="1">
            <a:spLocks noGrp="1"/>
          </p:cNvSpPr>
          <p:nvPr>
            <p:ph type="subTitle" idx="7"/>
          </p:nvPr>
        </p:nvSpPr>
        <p:spPr>
          <a:xfrm>
            <a:off x="5351425" y="2898156"/>
            <a:ext cx="2787600" cy="3402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chemeClr val="lt1"/>
                </a:solidFill>
              </a:defRPr>
            </a:lvl1pPr>
            <a:lvl2pPr lvl="1" rtl="0">
              <a:spcBef>
                <a:spcPts val="1600"/>
              </a:spcBef>
              <a:spcAft>
                <a:spcPts val="0"/>
              </a:spcAft>
              <a:buNone/>
              <a:defRPr b="1">
                <a:solidFill>
                  <a:schemeClr val="lt1"/>
                </a:solidFill>
              </a:defRPr>
            </a:lvl2pPr>
            <a:lvl3pPr lvl="2" rtl="0">
              <a:spcBef>
                <a:spcPts val="1600"/>
              </a:spcBef>
              <a:spcAft>
                <a:spcPts val="0"/>
              </a:spcAft>
              <a:buNone/>
              <a:defRPr b="1">
                <a:solidFill>
                  <a:schemeClr val="lt1"/>
                </a:solidFill>
              </a:defRPr>
            </a:lvl3pPr>
            <a:lvl4pPr lvl="3" rtl="0">
              <a:spcBef>
                <a:spcPts val="1600"/>
              </a:spcBef>
              <a:spcAft>
                <a:spcPts val="0"/>
              </a:spcAft>
              <a:buNone/>
              <a:defRPr b="1">
                <a:solidFill>
                  <a:schemeClr val="lt1"/>
                </a:solidFill>
              </a:defRPr>
            </a:lvl4pPr>
            <a:lvl5pPr lvl="4" rtl="0">
              <a:spcBef>
                <a:spcPts val="1600"/>
              </a:spcBef>
              <a:spcAft>
                <a:spcPts val="0"/>
              </a:spcAft>
              <a:buNone/>
              <a:defRPr b="1">
                <a:solidFill>
                  <a:schemeClr val="lt1"/>
                </a:solidFill>
              </a:defRPr>
            </a:lvl5pPr>
            <a:lvl6pPr lvl="5" rtl="0">
              <a:spcBef>
                <a:spcPts val="1600"/>
              </a:spcBef>
              <a:spcAft>
                <a:spcPts val="0"/>
              </a:spcAft>
              <a:buNone/>
              <a:defRPr b="1">
                <a:solidFill>
                  <a:schemeClr val="lt1"/>
                </a:solidFill>
              </a:defRPr>
            </a:lvl6pPr>
            <a:lvl7pPr lvl="6" rtl="0">
              <a:spcBef>
                <a:spcPts val="1600"/>
              </a:spcBef>
              <a:spcAft>
                <a:spcPts val="0"/>
              </a:spcAft>
              <a:buNone/>
              <a:defRPr b="1">
                <a:solidFill>
                  <a:schemeClr val="lt1"/>
                </a:solidFill>
              </a:defRPr>
            </a:lvl7pPr>
            <a:lvl8pPr lvl="7" rtl="0">
              <a:spcBef>
                <a:spcPts val="1600"/>
              </a:spcBef>
              <a:spcAft>
                <a:spcPts val="0"/>
              </a:spcAft>
              <a:buNone/>
              <a:defRPr b="1">
                <a:solidFill>
                  <a:schemeClr val="lt1"/>
                </a:solidFill>
              </a:defRPr>
            </a:lvl8pPr>
            <a:lvl9pPr lvl="8" rtl="0">
              <a:spcBef>
                <a:spcPts val="1600"/>
              </a:spcBef>
              <a:spcAft>
                <a:spcPts val="1600"/>
              </a:spcAft>
              <a:buNone/>
              <a:defRPr b="1">
                <a:solidFill>
                  <a:schemeClr val="lt1"/>
                </a:solidFill>
              </a:defRPr>
            </a:lvl9pPr>
          </a:lstStyle>
          <a:p>
            <a:endParaRPr/>
          </a:p>
        </p:txBody>
      </p:sp>
      <p:sp>
        <p:nvSpPr>
          <p:cNvPr id="111" name="Google Shape;111;p18"/>
          <p:cNvSpPr txBox="1">
            <a:spLocks noGrp="1"/>
          </p:cNvSpPr>
          <p:nvPr>
            <p:ph type="subTitle" idx="8"/>
          </p:nvPr>
        </p:nvSpPr>
        <p:spPr>
          <a:xfrm>
            <a:off x="5351425" y="3390754"/>
            <a:ext cx="2787600" cy="8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a:endParaRPr/>
          </a:p>
        </p:txBody>
      </p:sp>
      <p:sp>
        <p:nvSpPr>
          <p:cNvPr id="112" name="Google Shape;112;p18"/>
          <p:cNvSpPr txBox="1">
            <a:spLocks noGrp="1"/>
          </p:cNvSpPr>
          <p:nvPr>
            <p:ph type="subTitle" idx="9"/>
          </p:nvPr>
        </p:nvSpPr>
        <p:spPr>
          <a:xfrm rot="-5400803">
            <a:off x="609009" y="1779468"/>
            <a:ext cx="1284300" cy="492600"/>
          </a:xfrm>
          <a:prstGeom prst="rect">
            <a:avLst/>
          </a:prstGeom>
        </p:spPr>
        <p:txBody>
          <a:bodyPr spcFirstLastPara="1" wrap="square" lIns="91425" tIns="91425" rIns="91425" bIns="91425" anchor="t" anchorCtr="0">
            <a:noAutofit/>
          </a:bodyPr>
          <a:lstStyle>
            <a:lvl1pPr lvl="0" algn="ctr">
              <a:spcBef>
                <a:spcPts val="0"/>
              </a:spcBef>
              <a:spcAft>
                <a:spcPts val="0"/>
              </a:spcAft>
              <a:buSzPts val="1800"/>
              <a:buNone/>
              <a:defRPr b="1">
                <a:solidFill>
                  <a:schemeClr val="lt1"/>
                </a:solidFill>
              </a:defRPr>
            </a:lvl1pPr>
            <a:lvl2pPr lvl="1">
              <a:spcBef>
                <a:spcPts val="1600"/>
              </a:spcBef>
              <a:spcAft>
                <a:spcPts val="0"/>
              </a:spcAft>
              <a:buSzPts val="1400"/>
              <a:buNone/>
              <a:defRPr b="1"/>
            </a:lvl2pPr>
            <a:lvl3pPr lvl="2">
              <a:spcBef>
                <a:spcPts val="1600"/>
              </a:spcBef>
              <a:spcAft>
                <a:spcPts val="0"/>
              </a:spcAft>
              <a:buSzPts val="1400"/>
              <a:buNone/>
              <a:defRPr b="1"/>
            </a:lvl3pPr>
            <a:lvl4pPr lvl="3">
              <a:spcBef>
                <a:spcPts val="1600"/>
              </a:spcBef>
              <a:spcAft>
                <a:spcPts val="0"/>
              </a:spcAft>
              <a:buSzPts val="1400"/>
              <a:buNone/>
              <a:defRPr b="1"/>
            </a:lvl4pPr>
            <a:lvl5pPr lvl="4">
              <a:spcBef>
                <a:spcPts val="1600"/>
              </a:spcBef>
              <a:spcAft>
                <a:spcPts val="0"/>
              </a:spcAft>
              <a:buSzPts val="1400"/>
              <a:buNone/>
              <a:defRPr b="1"/>
            </a:lvl5pPr>
            <a:lvl6pPr lvl="5">
              <a:spcBef>
                <a:spcPts val="1600"/>
              </a:spcBef>
              <a:spcAft>
                <a:spcPts val="0"/>
              </a:spcAft>
              <a:buSzPts val="1400"/>
              <a:buNone/>
              <a:defRPr b="1"/>
            </a:lvl6pPr>
            <a:lvl7pPr lvl="6">
              <a:spcBef>
                <a:spcPts val="1600"/>
              </a:spcBef>
              <a:spcAft>
                <a:spcPts val="0"/>
              </a:spcAft>
              <a:buSzPts val="1400"/>
              <a:buNone/>
              <a:defRPr b="1"/>
            </a:lvl7pPr>
            <a:lvl8pPr lvl="7">
              <a:spcBef>
                <a:spcPts val="1600"/>
              </a:spcBef>
              <a:spcAft>
                <a:spcPts val="0"/>
              </a:spcAft>
              <a:buSzPts val="1400"/>
              <a:buNone/>
              <a:defRPr b="1"/>
            </a:lvl8pPr>
            <a:lvl9pPr lvl="8">
              <a:spcBef>
                <a:spcPts val="1600"/>
              </a:spcBef>
              <a:spcAft>
                <a:spcPts val="1600"/>
              </a:spcAft>
              <a:buSzPts val="1400"/>
              <a:buNone/>
              <a:defRPr b="1"/>
            </a:lvl9pPr>
          </a:lstStyle>
          <a:p>
            <a:endParaRPr/>
          </a:p>
        </p:txBody>
      </p:sp>
      <p:sp>
        <p:nvSpPr>
          <p:cNvPr id="113" name="Google Shape;113;p18"/>
          <p:cNvSpPr txBox="1">
            <a:spLocks noGrp="1"/>
          </p:cNvSpPr>
          <p:nvPr>
            <p:ph type="subTitle" idx="13"/>
          </p:nvPr>
        </p:nvSpPr>
        <p:spPr>
          <a:xfrm rot="-5400000">
            <a:off x="609075" y="3422400"/>
            <a:ext cx="1284300" cy="492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b="1">
                <a:solidFill>
                  <a:schemeClr val="lt1"/>
                </a:solidFill>
              </a:defRPr>
            </a:lvl1pPr>
            <a:lvl2pPr lvl="1" rtl="0">
              <a:spcBef>
                <a:spcPts val="1600"/>
              </a:spcBef>
              <a:spcAft>
                <a:spcPts val="0"/>
              </a:spcAft>
              <a:buSzPts val="1400"/>
              <a:buNone/>
              <a:defRPr b="1"/>
            </a:lvl2pPr>
            <a:lvl3pPr lvl="2" rtl="0">
              <a:spcBef>
                <a:spcPts val="1600"/>
              </a:spcBef>
              <a:spcAft>
                <a:spcPts val="0"/>
              </a:spcAft>
              <a:buSzPts val="1400"/>
              <a:buNone/>
              <a:defRPr b="1"/>
            </a:lvl3pPr>
            <a:lvl4pPr lvl="3" rtl="0">
              <a:spcBef>
                <a:spcPts val="1600"/>
              </a:spcBef>
              <a:spcAft>
                <a:spcPts val="0"/>
              </a:spcAft>
              <a:buSzPts val="1400"/>
              <a:buNone/>
              <a:defRPr b="1"/>
            </a:lvl4pPr>
            <a:lvl5pPr lvl="4" rtl="0">
              <a:spcBef>
                <a:spcPts val="1600"/>
              </a:spcBef>
              <a:spcAft>
                <a:spcPts val="0"/>
              </a:spcAft>
              <a:buSzPts val="1400"/>
              <a:buNone/>
              <a:defRPr b="1"/>
            </a:lvl5pPr>
            <a:lvl6pPr lvl="5" rtl="0">
              <a:spcBef>
                <a:spcPts val="1600"/>
              </a:spcBef>
              <a:spcAft>
                <a:spcPts val="0"/>
              </a:spcAft>
              <a:buSzPts val="1400"/>
              <a:buNone/>
              <a:defRPr b="1"/>
            </a:lvl6pPr>
            <a:lvl7pPr lvl="6" rtl="0">
              <a:spcBef>
                <a:spcPts val="1600"/>
              </a:spcBef>
              <a:spcAft>
                <a:spcPts val="0"/>
              </a:spcAft>
              <a:buSzPts val="1400"/>
              <a:buNone/>
              <a:defRPr b="1"/>
            </a:lvl7pPr>
            <a:lvl8pPr lvl="7" rtl="0">
              <a:spcBef>
                <a:spcPts val="1600"/>
              </a:spcBef>
              <a:spcAft>
                <a:spcPts val="0"/>
              </a:spcAft>
              <a:buSzPts val="1400"/>
              <a:buNone/>
              <a:defRPr b="1"/>
            </a:lvl8pPr>
            <a:lvl9pPr lvl="8" rtl="0">
              <a:spcBef>
                <a:spcPts val="1600"/>
              </a:spcBef>
              <a:spcAft>
                <a:spcPts val="1600"/>
              </a:spcAft>
              <a:buSzPts val="1400"/>
              <a:buNone/>
              <a:defRPr b="1"/>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ne column text 1">
  <p:cSld name="CUSTOM_6">
    <p:spTree>
      <p:nvGrpSpPr>
        <p:cNvPr id="1" name="Shape 126"/>
        <p:cNvGrpSpPr/>
        <p:nvPr/>
      </p:nvGrpSpPr>
      <p:grpSpPr>
        <a:xfrm>
          <a:off x="0" y="0"/>
          <a:ext cx="0" cy="0"/>
          <a:chOff x="0" y="0"/>
          <a:chExt cx="0" cy="0"/>
        </a:xfrm>
      </p:grpSpPr>
      <p:sp>
        <p:nvSpPr>
          <p:cNvPr id="127" name="Google Shape;127;p20"/>
          <p:cNvSpPr txBox="1">
            <a:spLocks noGrp="1"/>
          </p:cNvSpPr>
          <p:nvPr>
            <p:ph type="title"/>
          </p:nvPr>
        </p:nvSpPr>
        <p:spPr>
          <a:xfrm>
            <a:off x="3984975" y="1495800"/>
            <a:ext cx="4055400" cy="723000"/>
          </a:xfrm>
          <a:prstGeom prst="rect">
            <a:avLst/>
          </a:prstGeom>
        </p:spPr>
        <p:txBody>
          <a:bodyPr spcFirstLastPara="1" wrap="square" lIns="91425" tIns="91425" rIns="91425" bIns="91425" anchor="t" anchorCtr="0">
            <a:noAutofit/>
          </a:bodyPr>
          <a:lstStyle>
            <a:lvl1pPr lvl="0" algn="r">
              <a:spcBef>
                <a:spcPts val="0"/>
              </a:spcBef>
              <a:spcAft>
                <a:spcPts val="0"/>
              </a:spcAft>
              <a:buClr>
                <a:schemeClr val="accent1"/>
              </a:buClr>
              <a:buSzPts val="2800"/>
              <a:buNone/>
              <a:defRPr>
                <a:solidFill>
                  <a:schemeClr val="accen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28" name="Google Shape;128;p20"/>
          <p:cNvSpPr txBox="1">
            <a:spLocks noGrp="1"/>
          </p:cNvSpPr>
          <p:nvPr>
            <p:ph type="subTitle" idx="1"/>
          </p:nvPr>
        </p:nvSpPr>
        <p:spPr>
          <a:xfrm>
            <a:off x="3994375" y="2142600"/>
            <a:ext cx="4055400" cy="1505100"/>
          </a:xfrm>
          <a:prstGeom prst="rect">
            <a:avLst/>
          </a:prstGeom>
        </p:spPr>
        <p:txBody>
          <a:bodyPr spcFirstLastPara="1" wrap="square" lIns="91425" tIns="91425" rIns="91425" bIns="91425" anchor="t" anchorCtr="0">
            <a:noAutofit/>
          </a:bodyPr>
          <a:lstStyle>
            <a:lvl1pPr lvl="0" algn="r">
              <a:spcBef>
                <a:spcPts val="0"/>
              </a:spcBef>
              <a:spcAft>
                <a:spcPts val="0"/>
              </a:spcAft>
              <a:buClr>
                <a:schemeClr val="dk1"/>
              </a:buClr>
              <a:buSzPts val="1400"/>
              <a:buNone/>
              <a:defRPr sz="1400">
                <a:solidFill>
                  <a:schemeClr val="dk1"/>
                </a:solidFill>
              </a:defRPr>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
        <p:nvSpPr>
          <p:cNvPr id="129" name="Google Shape;129;p20"/>
          <p:cNvSpPr/>
          <p:nvPr/>
        </p:nvSpPr>
        <p:spPr>
          <a:xfrm rot="10800000" flipH="1">
            <a:off x="0" y="2571825"/>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0"/>
          <p:cNvSpPr/>
          <p:nvPr/>
        </p:nvSpPr>
        <p:spPr>
          <a:xfrm rot="10800000" flipH="1">
            <a:off x="1219200" y="1247175"/>
            <a:ext cx="1216200" cy="1324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anks">
  <p:cSld name="CUSTOM_5">
    <p:spTree>
      <p:nvGrpSpPr>
        <p:cNvPr id="1" name="Shape 172"/>
        <p:cNvGrpSpPr/>
        <p:nvPr/>
      </p:nvGrpSpPr>
      <p:grpSpPr>
        <a:xfrm>
          <a:off x="0" y="0"/>
          <a:ext cx="0" cy="0"/>
          <a:chOff x="0" y="0"/>
          <a:chExt cx="0" cy="0"/>
        </a:xfrm>
      </p:grpSpPr>
      <p:sp>
        <p:nvSpPr>
          <p:cNvPr id="173" name="Google Shape;173;p27"/>
          <p:cNvSpPr txBox="1">
            <a:spLocks noGrp="1"/>
          </p:cNvSpPr>
          <p:nvPr>
            <p:ph type="title"/>
          </p:nvPr>
        </p:nvSpPr>
        <p:spPr>
          <a:xfrm>
            <a:off x="713225" y="445025"/>
            <a:ext cx="3858900" cy="13383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2800"/>
              <a:buNone/>
              <a:defRPr sz="7200">
                <a:solidFill>
                  <a:schemeClr val="accent1"/>
                </a:solidFill>
              </a:defRPr>
            </a:lvl1pPr>
            <a:lvl2pPr lvl="1">
              <a:spcBef>
                <a:spcPts val="0"/>
              </a:spcBef>
              <a:spcAft>
                <a:spcPts val="0"/>
              </a:spcAft>
              <a:buClr>
                <a:schemeClr val="accent1"/>
              </a:buClr>
              <a:buSzPts val="2800"/>
              <a:buNone/>
              <a:defRPr>
                <a:solidFill>
                  <a:schemeClr val="accent1"/>
                </a:solidFill>
              </a:defRPr>
            </a:lvl2pPr>
            <a:lvl3pPr lvl="2">
              <a:spcBef>
                <a:spcPts val="0"/>
              </a:spcBef>
              <a:spcAft>
                <a:spcPts val="0"/>
              </a:spcAft>
              <a:buClr>
                <a:schemeClr val="accent1"/>
              </a:buClr>
              <a:buSzPts val="2800"/>
              <a:buNone/>
              <a:defRPr>
                <a:solidFill>
                  <a:schemeClr val="accent1"/>
                </a:solidFill>
              </a:defRPr>
            </a:lvl3pPr>
            <a:lvl4pPr lvl="3">
              <a:spcBef>
                <a:spcPts val="0"/>
              </a:spcBef>
              <a:spcAft>
                <a:spcPts val="0"/>
              </a:spcAft>
              <a:buClr>
                <a:schemeClr val="accent1"/>
              </a:buClr>
              <a:buSzPts val="2800"/>
              <a:buNone/>
              <a:defRPr>
                <a:solidFill>
                  <a:schemeClr val="accent1"/>
                </a:solidFill>
              </a:defRPr>
            </a:lvl4pPr>
            <a:lvl5pPr lvl="4">
              <a:spcBef>
                <a:spcPts val="0"/>
              </a:spcBef>
              <a:spcAft>
                <a:spcPts val="0"/>
              </a:spcAft>
              <a:buClr>
                <a:schemeClr val="accent1"/>
              </a:buClr>
              <a:buSzPts val="2800"/>
              <a:buNone/>
              <a:defRPr>
                <a:solidFill>
                  <a:schemeClr val="accent1"/>
                </a:solidFill>
              </a:defRPr>
            </a:lvl5pPr>
            <a:lvl6pPr lvl="5">
              <a:spcBef>
                <a:spcPts val="0"/>
              </a:spcBef>
              <a:spcAft>
                <a:spcPts val="0"/>
              </a:spcAft>
              <a:buClr>
                <a:schemeClr val="accent1"/>
              </a:buClr>
              <a:buSzPts val="2800"/>
              <a:buNone/>
              <a:defRPr>
                <a:solidFill>
                  <a:schemeClr val="accent1"/>
                </a:solidFill>
              </a:defRPr>
            </a:lvl6pPr>
            <a:lvl7pPr lvl="6">
              <a:spcBef>
                <a:spcPts val="0"/>
              </a:spcBef>
              <a:spcAft>
                <a:spcPts val="0"/>
              </a:spcAft>
              <a:buClr>
                <a:schemeClr val="accent1"/>
              </a:buClr>
              <a:buSzPts val="2800"/>
              <a:buNone/>
              <a:defRPr>
                <a:solidFill>
                  <a:schemeClr val="accent1"/>
                </a:solidFill>
              </a:defRPr>
            </a:lvl7pPr>
            <a:lvl8pPr lvl="7">
              <a:spcBef>
                <a:spcPts val="0"/>
              </a:spcBef>
              <a:spcAft>
                <a:spcPts val="0"/>
              </a:spcAft>
              <a:buClr>
                <a:schemeClr val="accent1"/>
              </a:buClr>
              <a:buSzPts val="2800"/>
              <a:buNone/>
              <a:defRPr>
                <a:solidFill>
                  <a:schemeClr val="accent1"/>
                </a:solidFill>
              </a:defRPr>
            </a:lvl8pPr>
            <a:lvl9pPr lvl="8">
              <a:spcBef>
                <a:spcPts val="0"/>
              </a:spcBef>
              <a:spcAft>
                <a:spcPts val="0"/>
              </a:spcAft>
              <a:buClr>
                <a:schemeClr val="accent1"/>
              </a:buClr>
              <a:buSzPts val="2800"/>
              <a:buNone/>
              <a:defRPr>
                <a:solidFill>
                  <a:schemeClr val="accent1"/>
                </a:solidFill>
              </a:defRPr>
            </a:lvl9pPr>
          </a:lstStyle>
          <a:p>
            <a:endParaRPr/>
          </a:p>
        </p:txBody>
      </p:sp>
      <p:sp>
        <p:nvSpPr>
          <p:cNvPr id="174" name="Google Shape;174;p27"/>
          <p:cNvSpPr txBox="1"/>
          <p:nvPr/>
        </p:nvSpPr>
        <p:spPr>
          <a:xfrm>
            <a:off x="713225" y="3485675"/>
            <a:ext cx="3956100" cy="612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300"/>
              </a:spcBef>
              <a:spcAft>
                <a:spcPts val="0"/>
              </a:spcAft>
              <a:buNone/>
            </a:pPr>
            <a:r>
              <a:rPr lang="en" sz="1100">
                <a:solidFill>
                  <a:schemeClr val="accent2"/>
                </a:solidFill>
                <a:latin typeface="Montserrat"/>
                <a:ea typeface="Montserrat"/>
                <a:cs typeface="Montserrat"/>
                <a:sym typeface="Montserrat"/>
              </a:rPr>
              <a:t>CREDITS: This presentation template was created by </a:t>
            </a:r>
            <a:r>
              <a:rPr lang="en" sz="1100" b="1">
                <a:solidFill>
                  <a:schemeClr val="accent2"/>
                </a:solidFill>
                <a:uFill>
                  <a:noFill/>
                </a:uFill>
                <a:latin typeface="Montserrat"/>
                <a:ea typeface="Montserrat"/>
                <a:cs typeface="Montserrat"/>
                <a:sym typeface="Montserrat"/>
                <a:hlinkClick r:id="rId2">
                  <a:extLst>
                    <a:ext uri="{A12FA001-AC4F-418D-AE19-62706E023703}">
                      <ahyp:hlinkClr xmlns:ahyp="http://schemas.microsoft.com/office/drawing/2018/hyperlinkcolor" val="tx"/>
                    </a:ext>
                  </a:extLst>
                </a:hlinkClick>
              </a:rPr>
              <a:t>Slidesgo</a:t>
            </a:r>
            <a:r>
              <a:rPr lang="en" sz="1100">
                <a:solidFill>
                  <a:schemeClr val="accent2"/>
                </a:solidFill>
                <a:latin typeface="Montserrat"/>
                <a:ea typeface="Montserrat"/>
                <a:cs typeface="Montserrat"/>
                <a:sym typeface="Montserrat"/>
              </a:rPr>
              <a:t>, including icons by </a:t>
            </a:r>
            <a:r>
              <a:rPr lang="en" sz="1100" b="1">
                <a:solidFill>
                  <a:schemeClr val="accent2"/>
                </a:solidFill>
                <a:uFill>
                  <a:noFill/>
                </a:u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Flaticon</a:t>
            </a:r>
            <a:r>
              <a:rPr lang="en" sz="1100">
                <a:solidFill>
                  <a:schemeClr val="accent2"/>
                </a:solidFill>
                <a:latin typeface="Montserrat"/>
                <a:ea typeface="Montserrat"/>
                <a:cs typeface="Montserrat"/>
                <a:sym typeface="Montserrat"/>
              </a:rPr>
              <a:t>, and infographics &amp; images by </a:t>
            </a:r>
            <a:r>
              <a:rPr lang="en" sz="1100" b="1">
                <a:solidFill>
                  <a:schemeClr val="accent2"/>
                </a:solidFill>
                <a:uFill>
                  <a:noFill/>
                </a:uFill>
                <a:latin typeface="Montserrat"/>
                <a:ea typeface="Montserrat"/>
                <a:cs typeface="Montserrat"/>
                <a:sym typeface="Montserrat"/>
                <a:hlinkClick r:id="rId4">
                  <a:extLst>
                    <a:ext uri="{A12FA001-AC4F-418D-AE19-62706E023703}">
                      <ahyp:hlinkClr xmlns:ahyp="http://schemas.microsoft.com/office/drawing/2018/hyperlinkcolor" val="tx"/>
                    </a:ext>
                  </a:extLst>
                </a:hlinkClick>
              </a:rPr>
              <a:t>Freepik</a:t>
            </a:r>
            <a:endParaRPr sz="1100" b="1">
              <a:solidFill>
                <a:schemeClr val="accent2"/>
              </a:solidFill>
              <a:latin typeface="Montserrat"/>
              <a:ea typeface="Montserrat"/>
              <a:cs typeface="Montserrat"/>
              <a:sym typeface="Montserrat"/>
            </a:endParaRPr>
          </a:p>
        </p:txBody>
      </p:sp>
      <p:sp>
        <p:nvSpPr>
          <p:cNvPr id="175" name="Google Shape;175;p27"/>
          <p:cNvSpPr/>
          <p:nvPr/>
        </p:nvSpPr>
        <p:spPr>
          <a:xfrm>
            <a:off x="6711600" y="257160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7"/>
          <p:cNvSpPr/>
          <p:nvPr/>
        </p:nvSpPr>
        <p:spPr>
          <a:xfrm>
            <a:off x="7927800" y="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1pPr>
            <a:lvl2pPr lvl="1">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2pPr>
            <a:lvl3pPr lvl="2">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3pPr>
            <a:lvl4pPr lvl="3">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4pPr>
            <a:lvl5pPr lvl="4">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5pPr>
            <a:lvl6pPr lvl="5">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6pPr>
            <a:lvl7pPr lvl="6">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7pPr>
            <a:lvl8pPr lvl="7">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8pPr>
            <a:lvl9pPr lvl="8">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00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5" r:id="rId6"/>
    <p:sldLayoutId id="2147483658" r:id="rId7"/>
    <p:sldLayoutId id="2147483660" r:id="rId8"/>
    <p:sldLayoutId id="2147483663" r:id="rId9"/>
    <p:sldLayoutId id="2147483664" r:id="rId10"/>
    <p:sldLayoutId id="2147483666" r:id="rId11"/>
    <p:sldLayoutId id="214748367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8.jp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4"/>
        <p:cNvGrpSpPr/>
        <p:nvPr/>
      </p:nvGrpSpPr>
      <p:grpSpPr>
        <a:xfrm>
          <a:off x="0" y="0"/>
          <a:ext cx="0" cy="0"/>
          <a:chOff x="0" y="0"/>
          <a:chExt cx="0" cy="0"/>
        </a:xfrm>
      </p:grpSpPr>
      <p:sp>
        <p:nvSpPr>
          <p:cNvPr id="185" name="Google Shape;185;p30"/>
          <p:cNvSpPr txBox="1">
            <a:spLocks noGrp="1"/>
          </p:cNvSpPr>
          <p:nvPr>
            <p:ph type="ctrTitle"/>
          </p:nvPr>
        </p:nvSpPr>
        <p:spPr>
          <a:xfrm>
            <a:off x="1643858" y="1172225"/>
            <a:ext cx="6770700" cy="2052600"/>
          </a:xfrm>
          <a:prstGeom prst="rect">
            <a:avLst/>
          </a:prstGeom>
        </p:spPr>
        <p:txBody>
          <a:bodyPr spcFirstLastPara="1" wrap="square" lIns="91425" tIns="91425" rIns="91425" bIns="91425" anchor="b" anchorCtr="0">
            <a:noAutofit/>
          </a:bodyPr>
          <a:lstStyle/>
          <a:p>
            <a:r>
              <a:rPr lang="en">
                <a:solidFill>
                  <a:schemeClr val="accent1"/>
                </a:solidFill>
              </a:rPr>
              <a:t>PCB Defect Detection</a:t>
            </a:r>
            <a:endParaRPr lang="en" dirty="0">
              <a:solidFill>
                <a:schemeClr val="accent1"/>
              </a:solidFill>
            </a:endParaRPr>
          </a:p>
        </p:txBody>
      </p:sp>
      <p:sp>
        <p:nvSpPr>
          <p:cNvPr id="186" name="Google Shape;186;p30"/>
          <p:cNvSpPr txBox="1">
            <a:spLocks noGrp="1"/>
          </p:cNvSpPr>
          <p:nvPr>
            <p:ph type="subTitle" idx="1"/>
          </p:nvPr>
        </p:nvSpPr>
        <p:spPr>
          <a:xfrm>
            <a:off x="1643852" y="3261775"/>
            <a:ext cx="6770700" cy="557100"/>
          </a:xfrm>
          <a:prstGeom prst="rect">
            <a:avLst/>
          </a:prstGeom>
        </p:spPr>
        <p:txBody>
          <a:bodyPr spcFirstLastPara="1" wrap="square" lIns="91425" tIns="91425" rIns="91425" bIns="91425" anchor="t" anchorCtr="0">
            <a:noAutofit/>
          </a:bodyPr>
          <a:lstStyle/>
          <a:p>
            <a:pPr marL="0" indent="0"/>
            <a:r>
              <a:rPr lang="en" dirty="0"/>
              <a:t>Ahmed Aly Maged Mohamed </a:t>
            </a:r>
            <a:r>
              <a:rPr lang="en" err="1"/>
              <a:t>Mohamed</a:t>
            </a:r>
            <a:r>
              <a:rPr lang="en"/>
              <a:t> Sayed (Mat: 946984)</a:t>
            </a:r>
            <a:endParaRPr lang="en" dirty="0"/>
          </a:p>
          <a:p>
            <a:pPr marL="0" indent="0"/>
            <a:r>
              <a:rPr lang="en"/>
              <a:t> Askar Amro Emad Hassan (Mat: 946807)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2"/>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198" name="Google Shape;198;p32"/>
          <p:cNvSpPr txBox="1">
            <a:spLocks noGrp="1"/>
          </p:cNvSpPr>
          <p:nvPr>
            <p:ph type="ctrTitle" idx="2"/>
          </p:nvPr>
        </p:nvSpPr>
        <p:spPr>
          <a:xfrm>
            <a:off x="2310350" y="1766162"/>
            <a:ext cx="2150400" cy="384000"/>
          </a:xfrm>
          <a:prstGeom prst="rect">
            <a:avLst/>
          </a:prstGeom>
        </p:spPr>
        <p:txBody>
          <a:bodyPr spcFirstLastPara="1" wrap="square" lIns="91425" tIns="91425" rIns="91425" bIns="91425" anchor="t" anchorCtr="0">
            <a:noAutofit/>
          </a:bodyPr>
          <a:lstStyle/>
          <a:p>
            <a:r>
              <a:rPr lang="en" dirty="0"/>
              <a:t>Our Problem</a:t>
            </a:r>
            <a:endParaRPr lang="en-US" dirty="0"/>
          </a:p>
        </p:txBody>
      </p:sp>
      <p:sp>
        <p:nvSpPr>
          <p:cNvPr id="199" name="Google Shape;199;p32"/>
          <p:cNvSpPr txBox="1">
            <a:spLocks noGrp="1"/>
          </p:cNvSpPr>
          <p:nvPr>
            <p:ph type="title" idx="3"/>
          </p:nvPr>
        </p:nvSpPr>
        <p:spPr>
          <a:xfrm>
            <a:off x="717800" y="1521025"/>
            <a:ext cx="1493400" cy="941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01</a:t>
            </a:r>
            <a:endParaRPr/>
          </a:p>
        </p:txBody>
      </p:sp>
      <p:sp>
        <p:nvSpPr>
          <p:cNvPr id="201" name="Google Shape;201;p32"/>
          <p:cNvSpPr txBox="1">
            <a:spLocks noGrp="1"/>
          </p:cNvSpPr>
          <p:nvPr>
            <p:ph type="ctrTitle" idx="4"/>
          </p:nvPr>
        </p:nvSpPr>
        <p:spPr>
          <a:xfrm>
            <a:off x="6275800" y="1446813"/>
            <a:ext cx="2150400" cy="384000"/>
          </a:xfrm>
          <a:prstGeom prst="rect">
            <a:avLst/>
          </a:prstGeom>
        </p:spPr>
        <p:txBody>
          <a:bodyPr spcFirstLastPara="1" wrap="square" lIns="91425" tIns="91425" rIns="91425" bIns="91425" anchor="t" anchorCtr="0">
            <a:noAutofit/>
          </a:bodyPr>
          <a:lstStyle/>
          <a:p>
            <a:r>
              <a:rPr lang="en" dirty="0"/>
              <a:t>Data Analysis</a:t>
            </a:r>
            <a:endParaRPr lang="en-US" dirty="0"/>
          </a:p>
        </p:txBody>
      </p:sp>
      <p:sp>
        <p:nvSpPr>
          <p:cNvPr id="202" name="Google Shape;202;p32"/>
          <p:cNvSpPr txBox="1">
            <a:spLocks noGrp="1"/>
          </p:cNvSpPr>
          <p:nvPr>
            <p:ph type="title" idx="5"/>
          </p:nvPr>
        </p:nvSpPr>
        <p:spPr>
          <a:xfrm>
            <a:off x="4686400" y="1521025"/>
            <a:ext cx="1493400" cy="941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02</a:t>
            </a:r>
            <a:endParaRPr/>
          </a:p>
        </p:txBody>
      </p:sp>
      <p:sp>
        <p:nvSpPr>
          <p:cNvPr id="203" name="Google Shape;203;p32"/>
          <p:cNvSpPr txBox="1">
            <a:spLocks noGrp="1"/>
          </p:cNvSpPr>
          <p:nvPr>
            <p:ph type="subTitle" idx="6"/>
          </p:nvPr>
        </p:nvSpPr>
        <p:spPr>
          <a:xfrm>
            <a:off x="6275800" y="1858878"/>
            <a:ext cx="2150400" cy="7677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pPr>
            <a:r>
              <a:rPr lang="en" dirty="0"/>
              <a:t>Dataset and Analysis before training</a:t>
            </a:r>
            <a:endParaRPr lang="en-US" dirty="0" err="1"/>
          </a:p>
        </p:txBody>
      </p:sp>
      <p:sp>
        <p:nvSpPr>
          <p:cNvPr id="204" name="Google Shape;204;p32"/>
          <p:cNvSpPr txBox="1">
            <a:spLocks noGrp="1"/>
          </p:cNvSpPr>
          <p:nvPr>
            <p:ph type="ctrTitle" idx="7"/>
          </p:nvPr>
        </p:nvSpPr>
        <p:spPr>
          <a:xfrm>
            <a:off x="2310350" y="2868777"/>
            <a:ext cx="2150400" cy="3840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pPr>
            <a:r>
              <a:rPr lang="en" dirty="0"/>
              <a:t>Solutions</a:t>
            </a:r>
            <a:endParaRPr lang="en-US" dirty="0"/>
          </a:p>
        </p:txBody>
      </p:sp>
      <p:sp>
        <p:nvSpPr>
          <p:cNvPr id="205" name="Google Shape;205;p32"/>
          <p:cNvSpPr txBox="1">
            <a:spLocks noGrp="1"/>
          </p:cNvSpPr>
          <p:nvPr>
            <p:ph type="title" idx="8"/>
          </p:nvPr>
        </p:nvSpPr>
        <p:spPr>
          <a:xfrm>
            <a:off x="717800" y="2960450"/>
            <a:ext cx="1493400" cy="941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03</a:t>
            </a:r>
            <a:endParaRPr/>
          </a:p>
        </p:txBody>
      </p:sp>
      <p:sp>
        <p:nvSpPr>
          <p:cNvPr id="206" name="Google Shape;206;p32"/>
          <p:cNvSpPr txBox="1">
            <a:spLocks noGrp="1"/>
          </p:cNvSpPr>
          <p:nvPr>
            <p:ph type="subTitle" idx="9"/>
          </p:nvPr>
        </p:nvSpPr>
        <p:spPr>
          <a:xfrm>
            <a:off x="2310350" y="3298325"/>
            <a:ext cx="2150400" cy="767700"/>
          </a:xfrm>
          <a:prstGeom prst="rect">
            <a:avLst/>
          </a:prstGeom>
        </p:spPr>
        <p:txBody>
          <a:bodyPr spcFirstLastPara="1" wrap="square" lIns="91425" tIns="91425" rIns="91425" bIns="91425" anchor="t" anchorCtr="0">
            <a:noAutofit/>
          </a:bodyPr>
          <a:lstStyle/>
          <a:p>
            <a:pPr marL="285750" lvl="0" indent="-285750" algn="l">
              <a:spcBef>
                <a:spcPts val="0"/>
              </a:spcBef>
              <a:spcAft>
                <a:spcPts val="0"/>
              </a:spcAft>
              <a:buFontTx/>
              <a:buChar char="-"/>
            </a:pPr>
            <a:r>
              <a:rPr lang="en" dirty="0"/>
              <a:t>Training a model from scratch</a:t>
            </a:r>
          </a:p>
          <a:p>
            <a:pPr marL="285750" lvl="0" indent="-285750" algn="l">
              <a:spcBef>
                <a:spcPts val="0"/>
              </a:spcBef>
              <a:spcAft>
                <a:spcPts val="0"/>
              </a:spcAft>
              <a:buFontTx/>
              <a:buChar char="-"/>
            </a:pPr>
            <a:r>
              <a:rPr lang="en" dirty="0"/>
              <a:t>Training a model with a ResNet backbone</a:t>
            </a:r>
            <a:endParaRPr lang="en-US" dirty="0" err="1"/>
          </a:p>
        </p:txBody>
      </p:sp>
      <p:sp>
        <p:nvSpPr>
          <p:cNvPr id="207" name="Google Shape;207;p32"/>
          <p:cNvSpPr txBox="1">
            <a:spLocks noGrp="1"/>
          </p:cNvSpPr>
          <p:nvPr>
            <p:ph type="ctrTitle" idx="13"/>
          </p:nvPr>
        </p:nvSpPr>
        <p:spPr>
          <a:xfrm>
            <a:off x="6275650" y="2868775"/>
            <a:ext cx="2150400" cy="3840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pPr>
            <a:r>
              <a:rPr lang="en"/>
              <a:t>Alternative</a:t>
            </a:r>
            <a:endParaRPr lang="en-US"/>
          </a:p>
        </p:txBody>
      </p:sp>
      <p:sp>
        <p:nvSpPr>
          <p:cNvPr id="208" name="Google Shape;208;p32"/>
          <p:cNvSpPr txBox="1">
            <a:spLocks noGrp="1"/>
          </p:cNvSpPr>
          <p:nvPr>
            <p:ph type="title" idx="14"/>
          </p:nvPr>
        </p:nvSpPr>
        <p:spPr>
          <a:xfrm>
            <a:off x="4686400" y="2960450"/>
            <a:ext cx="1493400" cy="941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04</a:t>
            </a:r>
            <a:endParaRPr/>
          </a:p>
        </p:txBody>
      </p:sp>
      <p:sp>
        <p:nvSpPr>
          <p:cNvPr id="209" name="Google Shape;209;p32"/>
          <p:cNvSpPr txBox="1">
            <a:spLocks noGrp="1"/>
          </p:cNvSpPr>
          <p:nvPr>
            <p:ph type="subTitle" idx="15"/>
          </p:nvPr>
        </p:nvSpPr>
        <p:spPr>
          <a:xfrm>
            <a:off x="6275800" y="3298325"/>
            <a:ext cx="2150400" cy="7677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pPr>
            <a:r>
              <a:rPr lang="en" dirty="0"/>
              <a:t>Using </a:t>
            </a:r>
            <a:r>
              <a:rPr lang="en-US" dirty="0"/>
              <a:t>YOLOv</a:t>
            </a:r>
            <a:r>
              <a:rPr lang="en" dirty="0"/>
              <a:t>11 with edited blocks</a:t>
            </a:r>
            <a:endParaRPr lang="en-US" dirty="0" err="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4"/>
          <p:cNvSpPr txBox="1">
            <a:spLocks noGrp="1"/>
          </p:cNvSpPr>
          <p:nvPr>
            <p:ph type="title"/>
          </p:nvPr>
        </p:nvSpPr>
        <p:spPr>
          <a:xfrm>
            <a:off x="3968425" y="2227050"/>
            <a:ext cx="4462500" cy="841800"/>
          </a:xfrm>
          <a:prstGeom prst="rect">
            <a:avLst/>
          </a:prstGeom>
        </p:spPr>
        <p:txBody>
          <a:bodyPr spcFirstLastPara="1" wrap="square" lIns="91425" tIns="91425" rIns="91425" bIns="91425" anchor="ctr" anchorCtr="0">
            <a:noAutofit/>
          </a:bodyPr>
          <a:lstStyle/>
          <a:p>
            <a:r>
              <a:rPr lang="en"/>
              <a:t>Our Problem</a:t>
            </a:r>
            <a:endParaRPr lang="en-US"/>
          </a:p>
        </p:txBody>
      </p:sp>
      <p:sp>
        <p:nvSpPr>
          <p:cNvPr id="224" name="Google Shape;224;p34"/>
          <p:cNvSpPr txBox="1">
            <a:spLocks noGrp="1"/>
          </p:cNvSpPr>
          <p:nvPr>
            <p:ph type="title" idx="2"/>
          </p:nvPr>
        </p:nvSpPr>
        <p:spPr>
          <a:xfrm>
            <a:off x="3968350" y="1262325"/>
            <a:ext cx="4462500" cy="1141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8">
          <a:extLst>
            <a:ext uri="{FF2B5EF4-FFF2-40B4-BE49-F238E27FC236}">
              <a16:creationId xmlns:a16="http://schemas.microsoft.com/office/drawing/2014/main" id="{FC3EDFEE-47A2-7F86-616B-CC66097F9130}"/>
            </a:ext>
          </a:extLst>
        </p:cNvPr>
        <p:cNvGrpSpPr/>
        <p:nvPr/>
      </p:nvGrpSpPr>
      <p:grpSpPr>
        <a:xfrm>
          <a:off x="0" y="0"/>
          <a:ext cx="0" cy="0"/>
          <a:chOff x="0" y="0"/>
          <a:chExt cx="0" cy="0"/>
        </a:xfrm>
      </p:grpSpPr>
      <p:sp>
        <p:nvSpPr>
          <p:cNvPr id="229" name="Google Shape;229;p35">
            <a:extLst>
              <a:ext uri="{FF2B5EF4-FFF2-40B4-BE49-F238E27FC236}">
                <a16:creationId xmlns:a16="http://schemas.microsoft.com/office/drawing/2014/main" id="{84EFE5AB-021D-7AFE-3353-67D3C6988F5B}"/>
              </a:ext>
            </a:extLst>
          </p:cNvPr>
          <p:cNvSpPr txBox="1">
            <a:spLocks noGrp="1"/>
          </p:cNvSpPr>
          <p:nvPr>
            <p:ph type="title"/>
          </p:nvPr>
        </p:nvSpPr>
        <p:spPr>
          <a:xfrm>
            <a:off x="3984975" y="1495800"/>
            <a:ext cx="4055400" cy="723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Our Problem</a:t>
            </a:r>
            <a:endParaRPr dirty="0"/>
          </a:p>
        </p:txBody>
      </p:sp>
      <p:sp>
        <p:nvSpPr>
          <p:cNvPr id="230" name="Google Shape;230;p35">
            <a:extLst>
              <a:ext uri="{FF2B5EF4-FFF2-40B4-BE49-F238E27FC236}">
                <a16:creationId xmlns:a16="http://schemas.microsoft.com/office/drawing/2014/main" id="{759D4251-3C16-5C0E-112A-6E739B92A15A}"/>
              </a:ext>
            </a:extLst>
          </p:cNvPr>
          <p:cNvSpPr txBox="1">
            <a:spLocks noGrp="1"/>
          </p:cNvSpPr>
          <p:nvPr>
            <p:ph type="subTitle" idx="1"/>
          </p:nvPr>
        </p:nvSpPr>
        <p:spPr>
          <a:xfrm>
            <a:off x="3989449" y="2142600"/>
            <a:ext cx="4863382" cy="1559293"/>
          </a:xfrm>
          <a:prstGeom prst="rect">
            <a:avLst/>
          </a:prstGeom>
        </p:spPr>
        <p:txBody>
          <a:bodyPr spcFirstLastPara="1" wrap="square" lIns="91425" tIns="91425" rIns="91425" bIns="91425" anchor="t" anchorCtr="0">
            <a:noAutofit/>
          </a:bodyPr>
          <a:lstStyle/>
          <a:p>
            <a:pPr marL="0" indent="0"/>
            <a:r>
              <a:rPr lang="en" dirty="0"/>
              <a:t>PCB defects are small, varied, and expensive to inspect manually. In an industrial setting, missing holes, mouse bites, open circuits, shorts, spurs, and spurious copper can reduce board quality, cause downstream failure, and slow production. The challenge is to build a model that can reliably detect and localize these defects from images.</a:t>
            </a:r>
            <a:endParaRPr lang="en-US" dirty="0"/>
          </a:p>
        </p:txBody>
      </p:sp>
    </p:spTree>
    <p:extLst>
      <p:ext uri="{BB962C8B-B14F-4D97-AF65-F5344CB8AC3E}">
        <p14:creationId xmlns:p14="http://schemas.microsoft.com/office/powerpoint/2010/main" val="2078751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2">
          <a:extLst>
            <a:ext uri="{FF2B5EF4-FFF2-40B4-BE49-F238E27FC236}">
              <a16:creationId xmlns:a16="http://schemas.microsoft.com/office/drawing/2014/main" id="{AAADF616-BA51-EF41-0147-AB320EE60A67}"/>
            </a:ext>
          </a:extLst>
        </p:cNvPr>
        <p:cNvGrpSpPr/>
        <p:nvPr/>
      </p:nvGrpSpPr>
      <p:grpSpPr>
        <a:xfrm>
          <a:off x="0" y="0"/>
          <a:ext cx="0" cy="0"/>
          <a:chOff x="0" y="0"/>
          <a:chExt cx="0" cy="0"/>
        </a:xfrm>
      </p:grpSpPr>
      <p:sp>
        <p:nvSpPr>
          <p:cNvPr id="311" name="Google Shape;311;p40">
            <a:extLst>
              <a:ext uri="{FF2B5EF4-FFF2-40B4-BE49-F238E27FC236}">
                <a16:creationId xmlns:a16="http://schemas.microsoft.com/office/drawing/2014/main" id="{072DB5D9-902B-13BA-DFEB-5EAE05DA46F5}"/>
              </a:ext>
            </a:extLst>
          </p:cNvPr>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r>
              <a:rPr lang="en"/>
              <a:t>Our Problem</a:t>
            </a:r>
          </a:p>
        </p:txBody>
      </p:sp>
      <p:pic>
        <p:nvPicPr>
          <p:cNvPr id="23" name="Picture 22" descr="A green circuit board with silver dots&#10;&#10;AI-generated content may be incorrect.">
            <a:extLst>
              <a:ext uri="{FF2B5EF4-FFF2-40B4-BE49-F238E27FC236}">
                <a16:creationId xmlns:a16="http://schemas.microsoft.com/office/drawing/2014/main" id="{FF5FCBF4-8EF3-BFFB-A3FE-928258BB0B5C}"/>
              </a:ext>
            </a:extLst>
          </p:cNvPr>
          <p:cNvPicPr>
            <a:picLocks noChangeAspect="1"/>
          </p:cNvPicPr>
          <p:nvPr/>
        </p:nvPicPr>
        <p:blipFill>
          <a:blip r:embed="rId3"/>
          <a:stretch>
            <a:fillRect/>
          </a:stretch>
        </p:blipFill>
        <p:spPr>
          <a:xfrm>
            <a:off x="260169" y="2238006"/>
            <a:ext cx="2602350" cy="1361283"/>
          </a:xfrm>
          <a:prstGeom prst="rect">
            <a:avLst/>
          </a:prstGeom>
        </p:spPr>
      </p:pic>
      <p:pic>
        <p:nvPicPr>
          <p:cNvPr id="24" name="Picture 23" descr="A green rectangular object with a white line&#10;&#10;AI-generated content may be incorrect.">
            <a:extLst>
              <a:ext uri="{FF2B5EF4-FFF2-40B4-BE49-F238E27FC236}">
                <a16:creationId xmlns:a16="http://schemas.microsoft.com/office/drawing/2014/main" id="{89CC7533-3552-95E7-4F80-B3CFAA06348C}"/>
              </a:ext>
            </a:extLst>
          </p:cNvPr>
          <p:cNvPicPr>
            <a:picLocks noChangeAspect="1"/>
          </p:cNvPicPr>
          <p:nvPr/>
        </p:nvPicPr>
        <p:blipFill>
          <a:blip r:embed="rId4"/>
          <a:stretch>
            <a:fillRect/>
          </a:stretch>
        </p:blipFill>
        <p:spPr>
          <a:xfrm>
            <a:off x="7317752" y="3755083"/>
            <a:ext cx="1277330" cy="970515"/>
          </a:xfrm>
          <a:prstGeom prst="rect">
            <a:avLst/>
          </a:prstGeom>
        </p:spPr>
      </p:pic>
      <p:pic>
        <p:nvPicPr>
          <p:cNvPr id="25" name="Picture 24" descr="A green box with a black stripe&#10;&#10;AI-generated content may be incorrect.">
            <a:extLst>
              <a:ext uri="{FF2B5EF4-FFF2-40B4-BE49-F238E27FC236}">
                <a16:creationId xmlns:a16="http://schemas.microsoft.com/office/drawing/2014/main" id="{847E5D3F-7DAF-754F-2709-9862E754B44B}"/>
              </a:ext>
            </a:extLst>
          </p:cNvPr>
          <p:cNvPicPr>
            <a:picLocks noChangeAspect="1"/>
          </p:cNvPicPr>
          <p:nvPr/>
        </p:nvPicPr>
        <p:blipFill>
          <a:blip r:embed="rId5"/>
          <a:stretch>
            <a:fillRect/>
          </a:stretch>
        </p:blipFill>
        <p:spPr>
          <a:xfrm>
            <a:off x="4593495" y="3747108"/>
            <a:ext cx="1017128" cy="987842"/>
          </a:xfrm>
          <a:prstGeom prst="rect">
            <a:avLst/>
          </a:prstGeom>
        </p:spPr>
      </p:pic>
      <p:pic>
        <p:nvPicPr>
          <p:cNvPr id="26" name="Picture 25" descr="A green and black logo&#10;&#10;AI-generated content may be incorrect.">
            <a:extLst>
              <a:ext uri="{FF2B5EF4-FFF2-40B4-BE49-F238E27FC236}">
                <a16:creationId xmlns:a16="http://schemas.microsoft.com/office/drawing/2014/main" id="{4199822C-062C-5F62-C800-32E860366144}"/>
              </a:ext>
            </a:extLst>
          </p:cNvPr>
          <p:cNvPicPr>
            <a:picLocks noChangeAspect="1"/>
          </p:cNvPicPr>
          <p:nvPr/>
        </p:nvPicPr>
        <p:blipFill>
          <a:blip r:embed="rId6"/>
          <a:stretch>
            <a:fillRect/>
          </a:stretch>
        </p:blipFill>
        <p:spPr>
          <a:xfrm>
            <a:off x="7324671" y="2336602"/>
            <a:ext cx="1270411" cy="1225699"/>
          </a:xfrm>
          <a:prstGeom prst="rect">
            <a:avLst/>
          </a:prstGeom>
        </p:spPr>
      </p:pic>
      <p:pic>
        <p:nvPicPr>
          <p:cNvPr id="27" name="Picture 26">
            <a:extLst>
              <a:ext uri="{FF2B5EF4-FFF2-40B4-BE49-F238E27FC236}">
                <a16:creationId xmlns:a16="http://schemas.microsoft.com/office/drawing/2014/main" id="{C22D89AB-5CD4-6942-C9CB-2AC9066F11B6}"/>
              </a:ext>
            </a:extLst>
          </p:cNvPr>
          <p:cNvPicPr>
            <a:picLocks noChangeAspect="1"/>
          </p:cNvPicPr>
          <p:nvPr/>
        </p:nvPicPr>
        <p:blipFill>
          <a:blip r:embed="rId7"/>
          <a:stretch>
            <a:fillRect/>
          </a:stretch>
        </p:blipFill>
        <p:spPr>
          <a:xfrm>
            <a:off x="4593494" y="2415328"/>
            <a:ext cx="1020600" cy="1118876"/>
          </a:xfrm>
          <a:prstGeom prst="rect">
            <a:avLst/>
          </a:prstGeom>
        </p:spPr>
      </p:pic>
      <p:pic>
        <p:nvPicPr>
          <p:cNvPr id="28" name="Picture 27" descr="A green square with a black circle&#10;&#10;AI-generated content may be incorrect.">
            <a:extLst>
              <a:ext uri="{FF2B5EF4-FFF2-40B4-BE49-F238E27FC236}">
                <a16:creationId xmlns:a16="http://schemas.microsoft.com/office/drawing/2014/main" id="{96888231-3686-EA95-7951-9A899031CC4D}"/>
              </a:ext>
            </a:extLst>
          </p:cNvPr>
          <p:cNvPicPr>
            <a:picLocks noChangeAspect="1"/>
          </p:cNvPicPr>
          <p:nvPr/>
        </p:nvPicPr>
        <p:blipFill>
          <a:blip r:embed="rId8"/>
          <a:stretch>
            <a:fillRect/>
          </a:stretch>
        </p:blipFill>
        <p:spPr>
          <a:xfrm>
            <a:off x="7317752" y="1151383"/>
            <a:ext cx="1277330" cy="1096978"/>
          </a:xfrm>
          <a:prstGeom prst="rect">
            <a:avLst/>
          </a:prstGeom>
        </p:spPr>
      </p:pic>
      <p:pic>
        <p:nvPicPr>
          <p:cNvPr id="29" name="Picture 28" descr="A close up of a green object&#10;&#10;AI-generated content may be incorrect.">
            <a:extLst>
              <a:ext uri="{FF2B5EF4-FFF2-40B4-BE49-F238E27FC236}">
                <a16:creationId xmlns:a16="http://schemas.microsoft.com/office/drawing/2014/main" id="{ED3AB986-F97B-0C9D-5CCE-8747B465237A}"/>
              </a:ext>
            </a:extLst>
          </p:cNvPr>
          <p:cNvPicPr>
            <a:picLocks noChangeAspect="1"/>
          </p:cNvPicPr>
          <p:nvPr/>
        </p:nvPicPr>
        <p:blipFill>
          <a:blip r:embed="rId9"/>
          <a:stretch>
            <a:fillRect/>
          </a:stretch>
        </p:blipFill>
        <p:spPr>
          <a:xfrm>
            <a:off x="4593494" y="1217300"/>
            <a:ext cx="1017128" cy="1111933"/>
          </a:xfrm>
          <a:prstGeom prst="rect">
            <a:avLst/>
          </a:prstGeom>
        </p:spPr>
      </p:pic>
      <p:sp>
        <p:nvSpPr>
          <p:cNvPr id="6" name="Google Shape;230;p35">
            <a:extLst>
              <a:ext uri="{FF2B5EF4-FFF2-40B4-BE49-F238E27FC236}">
                <a16:creationId xmlns:a16="http://schemas.microsoft.com/office/drawing/2014/main" id="{61FD7B55-C3D5-04CB-9185-319DF04B3C81}"/>
              </a:ext>
            </a:extLst>
          </p:cNvPr>
          <p:cNvSpPr txBox="1">
            <a:spLocks noGrp="1"/>
          </p:cNvSpPr>
          <p:nvPr>
            <p:ph type="subTitle" idx="1"/>
          </p:nvPr>
        </p:nvSpPr>
        <p:spPr>
          <a:xfrm>
            <a:off x="3313112" y="1422874"/>
            <a:ext cx="1612406" cy="572701"/>
          </a:xfrm>
          <a:prstGeom prst="rect">
            <a:avLst/>
          </a:prstGeom>
        </p:spPr>
        <p:txBody>
          <a:bodyPr spcFirstLastPara="1" wrap="square" lIns="91425" tIns="91425" rIns="91425" bIns="91425" anchor="t" anchorCtr="0">
            <a:noAutofit/>
          </a:bodyPr>
          <a:lstStyle/>
          <a:p>
            <a:pPr marL="0" indent="0"/>
            <a:r>
              <a:rPr lang="en-US" dirty="0">
                <a:solidFill>
                  <a:schemeClr val="bg2">
                    <a:lumMod val="75000"/>
                  </a:schemeClr>
                </a:solidFill>
              </a:rPr>
              <a:t>Missing Hole</a:t>
            </a:r>
          </a:p>
        </p:txBody>
      </p:sp>
      <p:sp>
        <p:nvSpPr>
          <p:cNvPr id="7" name="Google Shape;230;p35">
            <a:extLst>
              <a:ext uri="{FF2B5EF4-FFF2-40B4-BE49-F238E27FC236}">
                <a16:creationId xmlns:a16="http://schemas.microsoft.com/office/drawing/2014/main" id="{E7DA7A7D-8767-AD3C-F7F8-DFEF20652755}"/>
              </a:ext>
            </a:extLst>
          </p:cNvPr>
          <p:cNvSpPr txBox="1">
            <a:spLocks/>
          </p:cNvSpPr>
          <p:nvPr/>
        </p:nvSpPr>
        <p:spPr>
          <a:xfrm>
            <a:off x="3307860" y="2632298"/>
            <a:ext cx="1612406" cy="572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Montserrat"/>
              <a:buNone/>
              <a:defRPr sz="1800" b="1" i="0" u="none" strike="noStrike" cap="none">
                <a:solidFill>
                  <a:schemeClr val="lt1"/>
                </a:solidFill>
                <a:latin typeface="Montserrat"/>
                <a:ea typeface="Montserrat"/>
                <a:cs typeface="Montserrat"/>
                <a:sym typeface="Montserrat"/>
              </a:defRPr>
            </a:lvl1pPr>
            <a:lvl2pPr marL="914400" marR="0" lvl="1"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2pPr>
            <a:lvl3pPr marL="1371600" marR="0" lvl="2"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3pPr>
            <a:lvl4pPr marL="1828800" marR="0" lvl="3"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4pPr>
            <a:lvl5pPr marL="2286000" marR="0" lvl="4"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5pPr>
            <a:lvl6pPr marL="2743200" marR="0" lvl="5"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6pPr>
            <a:lvl7pPr marL="3200400" marR="0" lvl="6"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7pPr>
            <a:lvl8pPr marL="3657600" marR="0" lvl="7"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8pPr>
            <a:lvl9pPr marL="4114800" marR="0" lvl="8" indent="-317500" algn="l" rtl="0">
              <a:lnSpc>
                <a:spcPct val="100000"/>
              </a:lnSpc>
              <a:spcBef>
                <a:spcPts val="1600"/>
              </a:spcBef>
              <a:spcAft>
                <a:spcPts val="160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9pPr>
          </a:lstStyle>
          <a:p>
            <a:pPr marL="0" indent="0"/>
            <a:r>
              <a:rPr lang="en-US" dirty="0">
                <a:solidFill>
                  <a:schemeClr val="bg2">
                    <a:lumMod val="75000"/>
                  </a:schemeClr>
                </a:solidFill>
              </a:rPr>
              <a:t>Open</a:t>
            </a:r>
          </a:p>
          <a:p>
            <a:pPr marL="0" indent="0"/>
            <a:r>
              <a:rPr lang="en-US" dirty="0">
                <a:solidFill>
                  <a:schemeClr val="bg2">
                    <a:lumMod val="75000"/>
                  </a:schemeClr>
                </a:solidFill>
              </a:rPr>
              <a:t>Circuit</a:t>
            </a:r>
          </a:p>
        </p:txBody>
      </p:sp>
      <p:sp>
        <p:nvSpPr>
          <p:cNvPr id="8" name="Google Shape;230;p35">
            <a:extLst>
              <a:ext uri="{FF2B5EF4-FFF2-40B4-BE49-F238E27FC236}">
                <a16:creationId xmlns:a16="http://schemas.microsoft.com/office/drawing/2014/main" id="{C75CCB61-102A-57C7-04E2-0D61FE9CEDC8}"/>
              </a:ext>
            </a:extLst>
          </p:cNvPr>
          <p:cNvSpPr txBox="1">
            <a:spLocks/>
          </p:cNvSpPr>
          <p:nvPr/>
        </p:nvSpPr>
        <p:spPr>
          <a:xfrm>
            <a:off x="3307860" y="3837269"/>
            <a:ext cx="1612406" cy="572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Montserrat"/>
              <a:buNone/>
              <a:defRPr sz="1800" b="1" i="0" u="none" strike="noStrike" cap="none">
                <a:solidFill>
                  <a:schemeClr val="lt1"/>
                </a:solidFill>
                <a:latin typeface="Montserrat"/>
                <a:ea typeface="Montserrat"/>
                <a:cs typeface="Montserrat"/>
                <a:sym typeface="Montserrat"/>
              </a:defRPr>
            </a:lvl1pPr>
            <a:lvl2pPr marL="914400" marR="0" lvl="1"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2pPr>
            <a:lvl3pPr marL="1371600" marR="0" lvl="2"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3pPr>
            <a:lvl4pPr marL="1828800" marR="0" lvl="3"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4pPr>
            <a:lvl5pPr marL="2286000" marR="0" lvl="4"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5pPr>
            <a:lvl6pPr marL="2743200" marR="0" lvl="5"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6pPr>
            <a:lvl7pPr marL="3200400" marR="0" lvl="6"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7pPr>
            <a:lvl8pPr marL="3657600" marR="0" lvl="7"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8pPr>
            <a:lvl9pPr marL="4114800" marR="0" lvl="8" indent="-317500" algn="l" rtl="0">
              <a:lnSpc>
                <a:spcPct val="100000"/>
              </a:lnSpc>
              <a:spcBef>
                <a:spcPts val="1600"/>
              </a:spcBef>
              <a:spcAft>
                <a:spcPts val="160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9pPr>
          </a:lstStyle>
          <a:p>
            <a:pPr marL="0" indent="0"/>
            <a:r>
              <a:rPr lang="en-US" dirty="0">
                <a:solidFill>
                  <a:schemeClr val="bg2">
                    <a:lumMod val="75000"/>
                  </a:schemeClr>
                </a:solidFill>
              </a:rPr>
              <a:t>Spur</a:t>
            </a:r>
          </a:p>
        </p:txBody>
      </p:sp>
      <p:sp>
        <p:nvSpPr>
          <p:cNvPr id="9" name="Google Shape;230;p35">
            <a:extLst>
              <a:ext uri="{FF2B5EF4-FFF2-40B4-BE49-F238E27FC236}">
                <a16:creationId xmlns:a16="http://schemas.microsoft.com/office/drawing/2014/main" id="{4C1CB0B2-F73E-FFDA-E73B-6C7AFBAC5E62}"/>
              </a:ext>
            </a:extLst>
          </p:cNvPr>
          <p:cNvSpPr txBox="1">
            <a:spLocks/>
          </p:cNvSpPr>
          <p:nvPr/>
        </p:nvSpPr>
        <p:spPr>
          <a:xfrm>
            <a:off x="5977169" y="1379065"/>
            <a:ext cx="1612406" cy="572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Montserrat"/>
              <a:buNone/>
              <a:defRPr sz="1800" b="1" i="0" u="none" strike="noStrike" cap="none">
                <a:solidFill>
                  <a:schemeClr val="lt1"/>
                </a:solidFill>
                <a:latin typeface="Montserrat"/>
                <a:ea typeface="Montserrat"/>
                <a:cs typeface="Montserrat"/>
                <a:sym typeface="Montserrat"/>
              </a:defRPr>
            </a:lvl1pPr>
            <a:lvl2pPr marL="914400" marR="0" lvl="1"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2pPr>
            <a:lvl3pPr marL="1371600" marR="0" lvl="2"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3pPr>
            <a:lvl4pPr marL="1828800" marR="0" lvl="3"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4pPr>
            <a:lvl5pPr marL="2286000" marR="0" lvl="4"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5pPr>
            <a:lvl6pPr marL="2743200" marR="0" lvl="5"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6pPr>
            <a:lvl7pPr marL="3200400" marR="0" lvl="6"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7pPr>
            <a:lvl8pPr marL="3657600" marR="0" lvl="7"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8pPr>
            <a:lvl9pPr marL="4114800" marR="0" lvl="8" indent="-317500" algn="l" rtl="0">
              <a:lnSpc>
                <a:spcPct val="100000"/>
              </a:lnSpc>
              <a:spcBef>
                <a:spcPts val="1600"/>
              </a:spcBef>
              <a:spcAft>
                <a:spcPts val="160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9pPr>
          </a:lstStyle>
          <a:p>
            <a:pPr marL="0" indent="0"/>
            <a:r>
              <a:rPr lang="en-US" dirty="0">
                <a:solidFill>
                  <a:schemeClr val="bg2">
                    <a:lumMod val="75000"/>
                  </a:schemeClr>
                </a:solidFill>
              </a:rPr>
              <a:t>Mouse </a:t>
            </a:r>
          </a:p>
          <a:p>
            <a:pPr marL="0" indent="0"/>
            <a:r>
              <a:rPr lang="en-US" dirty="0">
                <a:solidFill>
                  <a:schemeClr val="bg2">
                    <a:lumMod val="75000"/>
                  </a:schemeClr>
                </a:solidFill>
              </a:rPr>
              <a:t>Bite</a:t>
            </a:r>
          </a:p>
        </p:txBody>
      </p:sp>
      <p:sp>
        <p:nvSpPr>
          <p:cNvPr id="10" name="Google Shape;230;p35">
            <a:extLst>
              <a:ext uri="{FF2B5EF4-FFF2-40B4-BE49-F238E27FC236}">
                <a16:creationId xmlns:a16="http://schemas.microsoft.com/office/drawing/2014/main" id="{2033674B-5540-1229-7D8B-0111B4257465}"/>
              </a:ext>
            </a:extLst>
          </p:cNvPr>
          <p:cNvSpPr txBox="1">
            <a:spLocks/>
          </p:cNvSpPr>
          <p:nvPr/>
        </p:nvSpPr>
        <p:spPr>
          <a:xfrm>
            <a:off x="5970250" y="2571749"/>
            <a:ext cx="1612406" cy="572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Montserrat"/>
              <a:buNone/>
              <a:defRPr sz="1800" b="1" i="0" u="none" strike="noStrike" cap="none">
                <a:solidFill>
                  <a:schemeClr val="lt1"/>
                </a:solidFill>
                <a:latin typeface="Montserrat"/>
                <a:ea typeface="Montserrat"/>
                <a:cs typeface="Montserrat"/>
                <a:sym typeface="Montserrat"/>
              </a:defRPr>
            </a:lvl1pPr>
            <a:lvl2pPr marL="914400" marR="0" lvl="1"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2pPr>
            <a:lvl3pPr marL="1371600" marR="0" lvl="2"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3pPr>
            <a:lvl4pPr marL="1828800" marR="0" lvl="3"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4pPr>
            <a:lvl5pPr marL="2286000" marR="0" lvl="4"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5pPr>
            <a:lvl6pPr marL="2743200" marR="0" lvl="5"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6pPr>
            <a:lvl7pPr marL="3200400" marR="0" lvl="6"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7pPr>
            <a:lvl8pPr marL="3657600" marR="0" lvl="7"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8pPr>
            <a:lvl9pPr marL="4114800" marR="0" lvl="8" indent="-317500" algn="l" rtl="0">
              <a:lnSpc>
                <a:spcPct val="100000"/>
              </a:lnSpc>
              <a:spcBef>
                <a:spcPts val="1600"/>
              </a:spcBef>
              <a:spcAft>
                <a:spcPts val="160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9pPr>
          </a:lstStyle>
          <a:p>
            <a:pPr marL="0" indent="0"/>
            <a:r>
              <a:rPr lang="en-US" dirty="0">
                <a:solidFill>
                  <a:schemeClr val="bg2">
                    <a:lumMod val="75000"/>
                  </a:schemeClr>
                </a:solidFill>
              </a:rPr>
              <a:t>Short</a:t>
            </a:r>
          </a:p>
          <a:p>
            <a:pPr marL="0" indent="0"/>
            <a:r>
              <a:rPr lang="en-US" dirty="0">
                <a:solidFill>
                  <a:schemeClr val="bg2">
                    <a:lumMod val="75000"/>
                  </a:schemeClr>
                </a:solidFill>
              </a:rPr>
              <a:t>Circuit</a:t>
            </a:r>
          </a:p>
        </p:txBody>
      </p:sp>
      <p:sp>
        <p:nvSpPr>
          <p:cNvPr id="11" name="Google Shape;230;p35">
            <a:extLst>
              <a:ext uri="{FF2B5EF4-FFF2-40B4-BE49-F238E27FC236}">
                <a16:creationId xmlns:a16="http://schemas.microsoft.com/office/drawing/2014/main" id="{53FF83D2-51F3-D065-166A-7A8250C78135}"/>
              </a:ext>
            </a:extLst>
          </p:cNvPr>
          <p:cNvSpPr txBox="1">
            <a:spLocks/>
          </p:cNvSpPr>
          <p:nvPr/>
        </p:nvSpPr>
        <p:spPr>
          <a:xfrm>
            <a:off x="5970250" y="3837268"/>
            <a:ext cx="1612406" cy="572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Montserrat"/>
              <a:buNone/>
              <a:defRPr sz="1800" b="1" i="0" u="none" strike="noStrike" cap="none">
                <a:solidFill>
                  <a:schemeClr val="lt1"/>
                </a:solidFill>
                <a:latin typeface="Montserrat"/>
                <a:ea typeface="Montserrat"/>
                <a:cs typeface="Montserrat"/>
                <a:sym typeface="Montserrat"/>
              </a:defRPr>
            </a:lvl1pPr>
            <a:lvl2pPr marL="914400" marR="0" lvl="1"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2pPr>
            <a:lvl3pPr marL="1371600" marR="0" lvl="2"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3pPr>
            <a:lvl4pPr marL="1828800" marR="0" lvl="3"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4pPr>
            <a:lvl5pPr marL="2286000" marR="0" lvl="4"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5pPr>
            <a:lvl6pPr marL="2743200" marR="0" lvl="5"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6pPr>
            <a:lvl7pPr marL="3200400" marR="0" lvl="6"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7pPr>
            <a:lvl8pPr marL="3657600" marR="0" lvl="7" indent="-317500" algn="l" rtl="0">
              <a:lnSpc>
                <a:spcPct val="100000"/>
              </a:lnSpc>
              <a:spcBef>
                <a:spcPts val="1600"/>
              </a:spcBef>
              <a:spcAft>
                <a:spcPts val="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8pPr>
            <a:lvl9pPr marL="4114800" marR="0" lvl="8" indent="-317500" algn="l" rtl="0">
              <a:lnSpc>
                <a:spcPct val="100000"/>
              </a:lnSpc>
              <a:spcBef>
                <a:spcPts val="1600"/>
              </a:spcBef>
              <a:spcAft>
                <a:spcPts val="1600"/>
              </a:spcAft>
              <a:buClr>
                <a:schemeClr val="dk2"/>
              </a:buClr>
              <a:buSzPts val="1400"/>
              <a:buFont typeface="Montserrat"/>
              <a:buNone/>
              <a:defRPr sz="1400" b="1" i="0" u="none" strike="noStrike" cap="none">
                <a:solidFill>
                  <a:schemeClr val="lt1"/>
                </a:solidFill>
                <a:latin typeface="Montserrat"/>
                <a:ea typeface="Montserrat"/>
                <a:cs typeface="Montserrat"/>
                <a:sym typeface="Montserrat"/>
              </a:defRPr>
            </a:lvl9pPr>
          </a:lstStyle>
          <a:p>
            <a:pPr marL="0" indent="0"/>
            <a:r>
              <a:rPr lang="en-US" dirty="0">
                <a:solidFill>
                  <a:schemeClr val="bg2">
                    <a:lumMod val="75000"/>
                  </a:schemeClr>
                </a:solidFill>
              </a:rPr>
              <a:t>Spurious</a:t>
            </a:r>
          </a:p>
          <a:p>
            <a:pPr marL="0" indent="0"/>
            <a:r>
              <a:rPr lang="en-US" dirty="0">
                <a:solidFill>
                  <a:schemeClr val="bg2">
                    <a:lumMod val="75000"/>
                  </a:schemeClr>
                </a:solidFill>
              </a:rPr>
              <a:t>Copper</a:t>
            </a:r>
          </a:p>
        </p:txBody>
      </p:sp>
    </p:spTree>
    <p:extLst>
      <p:ext uri="{BB962C8B-B14F-4D97-AF65-F5344CB8AC3E}">
        <p14:creationId xmlns:p14="http://schemas.microsoft.com/office/powerpoint/2010/main" val="2286219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53"/>
          <p:cNvSpPr txBox="1">
            <a:spLocks noGrp="1"/>
          </p:cNvSpPr>
          <p:nvPr>
            <p:ph type="title"/>
          </p:nvPr>
        </p:nvSpPr>
        <p:spPr>
          <a:xfrm>
            <a:off x="713375" y="2227050"/>
            <a:ext cx="4462500" cy="841800"/>
          </a:xfrm>
          <a:prstGeom prst="rect">
            <a:avLst/>
          </a:prstGeom>
        </p:spPr>
        <p:txBody>
          <a:bodyPr spcFirstLastPara="1" wrap="square" lIns="91425" tIns="91425" rIns="91425" bIns="91425" anchor="ctr" anchorCtr="0">
            <a:noAutofit/>
          </a:bodyPr>
          <a:lstStyle/>
          <a:p>
            <a:r>
              <a:rPr lang="en"/>
              <a:t>Data Analysis</a:t>
            </a:r>
            <a:endParaRPr lang="en-US"/>
          </a:p>
        </p:txBody>
      </p:sp>
      <p:sp>
        <p:nvSpPr>
          <p:cNvPr id="498" name="Google Shape;498;p53"/>
          <p:cNvSpPr txBox="1">
            <a:spLocks noGrp="1"/>
          </p:cNvSpPr>
          <p:nvPr>
            <p:ph type="subTitle" idx="1"/>
          </p:nvPr>
        </p:nvSpPr>
        <p:spPr>
          <a:xfrm>
            <a:off x="713225" y="3045375"/>
            <a:ext cx="4462500" cy="678000"/>
          </a:xfrm>
          <a:prstGeom prst="rect">
            <a:avLst/>
          </a:prstGeom>
        </p:spPr>
        <p:txBody>
          <a:bodyPr spcFirstLastPara="1" wrap="square" lIns="91425" tIns="91425" rIns="91425" bIns="91425" anchor="t" anchorCtr="0">
            <a:noAutofit/>
          </a:bodyPr>
          <a:lstStyle/>
          <a:p>
            <a:pPr marL="0" lvl="0" indent="0"/>
            <a:r>
              <a:rPr lang="en" dirty="0"/>
              <a:t>Dataset and Analysis before training</a:t>
            </a:r>
            <a:endParaRPr lang="en-US" dirty="0" err="1"/>
          </a:p>
        </p:txBody>
      </p:sp>
      <p:sp>
        <p:nvSpPr>
          <p:cNvPr id="499" name="Google Shape;499;p53"/>
          <p:cNvSpPr txBox="1">
            <a:spLocks noGrp="1"/>
          </p:cNvSpPr>
          <p:nvPr>
            <p:ph type="title" idx="2"/>
          </p:nvPr>
        </p:nvSpPr>
        <p:spPr>
          <a:xfrm>
            <a:off x="713300" y="1262325"/>
            <a:ext cx="4462500" cy="11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F60FCE7E-5222-F2D4-36CB-B8C8816F47A8}"/>
            </a:ext>
          </a:extLst>
        </p:cNvPr>
        <p:cNvGrpSpPr/>
        <p:nvPr/>
      </p:nvGrpSpPr>
      <p:grpSpPr>
        <a:xfrm>
          <a:off x="0" y="0"/>
          <a:ext cx="0" cy="0"/>
          <a:chOff x="0" y="0"/>
          <a:chExt cx="0" cy="0"/>
        </a:xfrm>
      </p:grpSpPr>
      <p:sp>
        <p:nvSpPr>
          <p:cNvPr id="235" name="Google Shape;235;p36">
            <a:extLst>
              <a:ext uri="{FF2B5EF4-FFF2-40B4-BE49-F238E27FC236}">
                <a16:creationId xmlns:a16="http://schemas.microsoft.com/office/drawing/2014/main" id="{C14C8764-07B4-BCC9-62AE-EA5853C3AA45}"/>
              </a:ext>
            </a:extLst>
          </p:cNvPr>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Dataset</a:t>
            </a:r>
            <a:endParaRPr dirty="0"/>
          </a:p>
        </p:txBody>
      </p:sp>
      <p:sp>
        <p:nvSpPr>
          <p:cNvPr id="17" name="TextBox 16">
            <a:extLst>
              <a:ext uri="{FF2B5EF4-FFF2-40B4-BE49-F238E27FC236}">
                <a16:creationId xmlns:a16="http://schemas.microsoft.com/office/drawing/2014/main" id="{760AEE81-3578-5B56-97B3-07C3F20CA305}"/>
              </a:ext>
            </a:extLst>
          </p:cNvPr>
          <p:cNvSpPr txBox="1"/>
          <p:nvPr/>
        </p:nvSpPr>
        <p:spPr>
          <a:xfrm>
            <a:off x="604982" y="1465821"/>
            <a:ext cx="3498599" cy="2277547"/>
          </a:xfrm>
          <a:prstGeom prst="rect">
            <a:avLst/>
          </a:prstGeom>
          <a:noFill/>
        </p:spPr>
        <p:txBody>
          <a:bodyPr wrap="square">
            <a:spAutoFit/>
          </a:bodyPr>
          <a:lstStyle/>
          <a:p>
            <a:r>
              <a:rPr lang="en-US" sz="1600" b="1" dirty="0">
                <a:solidFill>
                  <a:schemeClr val="accent1"/>
                </a:solidFill>
                <a:latin typeface="Montserrat" panose="00000500000000000000" pitchFamily="2" charset="0"/>
              </a:rPr>
              <a:t>About the dataset</a:t>
            </a:r>
          </a:p>
          <a:p>
            <a:pPr marL="285750" indent="-285750">
              <a:buFont typeface="Arial" panose="020B0604020202020204" pitchFamily="34" charset="0"/>
              <a:buChar char="•"/>
            </a:pPr>
            <a:endParaRPr lang="en-US" b="1" dirty="0">
              <a:latin typeface="Montserrat" panose="00000500000000000000" pitchFamily="2" charset="0"/>
            </a:endParaRPr>
          </a:p>
          <a:p>
            <a:pPr marL="285750" indent="-285750">
              <a:buFont typeface="Arial" panose="020B0604020202020204" pitchFamily="34" charset="0"/>
              <a:buChar char="•"/>
            </a:pPr>
            <a:r>
              <a:rPr lang="en-US" b="1" dirty="0">
                <a:latin typeface="Montserrat" panose="00000500000000000000" pitchFamily="2" charset="0"/>
              </a:rPr>
              <a:t>693</a:t>
            </a:r>
            <a:r>
              <a:rPr lang="en-US" dirty="0">
                <a:latin typeface="Montserrat" panose="00000500000000000000" pitchFamily="2" charset="0"/>
              </a:rPr>
              <a:t> PCB </a:t>
            </a:r>
            <a:r>
              <a:rPr lang="en-US" b="1" dirty="0">
                <a:latin typeface="Montserrat" panose="00000500000000000000" pitchFamily="2" charset="0"/>
              </a:rPr>
              <a:t>images</a:t>
            </a:r>
            <a:r>
              <a:rPr lang="en-US" dirty="0">
                <a:latin typeface="Montserrat" panose="00000500000000000000" pitchFamily="2" charset="0"/>
              </a:rPr>
              <a:t> total</a:t>
            </a:r>
          </a:p>
          <a:p>
            <a:pPr marL="285750" indent="-285750">
              <a:buFont typeface="Arial" panose="020B0604020202020204" pitchFamily="34" charset="0"/>
              <a:buChar char="•"/>
            </a:pPr>
            <a:r>
              <a:rPr lang="en-US" b="1" dirty="0">
                <a:latin typeface="Montserrat" panose="00000500000000000000" pitchFamily="2" charset="0"/>
              </a:rPr>
              <a:t>2,953</a:t>
            </a:r>
            <a:r>
              <a:rPr lang="en-US" dirty="0">
                <a:latin typeface="Montserrat" panose="00000500000000000000" pitchFamily="2" charset="0"/>
              </a:rPr>
              <a:t> annotated </a:t>
            </a:r>
            <a:r>
              <a:rPr lang="en-US" b="1" dirty="0">
                <a:latin typeface="Montserrat" panose="00000500000000000000" pitchFamily="2" charset="0"/>
              </a:rPr>
              <a:t>defect</a:t>
            </a:r>
            <a:r>
              <a:rPr lang="en-US" dirty="0">
                <a:latin typeface="Montserrat" panose="00000500000000000000" pitchFamily="2" charset="0"/>
              </a:rPr>
              <a:t> instances total (Average of 4 defects per image)</a:t>
            </a:r>
          </a:p>
          <a:p>
            <a:pPr marL="285750" indent="-285750">
              <a:buFont typeface="Arial" panose="020B0604020202020204" pitchFamily="34" charset="0"/>
              <a:buChar char="•"/>
            </a:pPr>
            <a:r>
              <a:rPr lang="en-US" b="1" dirty="0">
                <a:latin typeface="Montserrat" panose="00000500000000000000" pitchFamily="2" charset="0"/>
              </a:rPr>
              <a:t>6</a:t>
            </a:r>
            <a:r>
              <a:rPr lang="en-US" dirty="0">
                <a:latin typeface="Montserrat" panose="00000500000000000000" pitchFamily="2" charset="0"/>
              </a:rPr>
              <a:t> defect </a:t>
            </a:r>
            <a:r>
              <a:rPr lang="en-US" b="1" dirty="0">
                <a:latin typeface="Montserrat" panose="00000500000000000000" pitchFamily="2" charset="0"/>
              </a:rPr>
              <a:t>classes</a:t>
            </a:r>
          </a:p>
          <a:p>
            <a:pPr marL="285750" indent="-285750">
              <a:buFont typeface="Arial" panose="020B0604020202020204" pitchFamily="34" charset="0"/>
              <a:buChar char="•"/>
            </a:pPr>
            <a:r>
              <a:rPr lang="en-US" dirty="0">
                <a:latin typeface="Montserrat" panose="00000500000000000000" pitchFamily="2" charset="0"/>
              </a:rPr>
              <a:t>Each image is RGB, with </a:t>
            </a:r>
            <a:r>
              <a:rPr lang="en-US" b="1" dirty="0">
                <a:latin typeface="Montserrat" panose="00000500000000000000" pitchFamily="2" charset="0"/>
              </a:rPr>
              <a:t>image sizes </a:t>
            </a:r>
            <a:r>
              <a:rPr lang="en-US" dirty="0">
                <a:latin typeface="Montserrat" panose="00000500000000000000" pitchFamily="2" charset="0"/>
              </a:rPr>
              <a:t>ranging from 2240 x 1586 to 3056 x 2530</a:t>
            </a:r>
          </a:p>
        </p:txBody>
      </p:sp>
      <p:sp>
        <p:nvSpPr>
          <p:cNvPr id="19" name="TextBox 18">
            <a:extLst>
              <a:ext uri="{FF2B5EF4-FFF2-40B4-BE49-F238E27FC236}">
                <a16:creationId xmlns:a16="http://schemas.microsoft.com/office/drawing/2014/main" id="{10CF2E3A-02CC-D1E2-6F3A-7E43AA4CB1F9}"/>
              </a:ext>
            </a:extLst>
          </p:cNvPr>
          <p:cNvSpPr txBox="1"/>
          <p:nvPr/>
        </p:nvSpPr>
        <p:spPr>
          <a:xfrm>
            <a:off x="4886036" y="1465821"/>
            <a:ext cx="3652982" cy="2092881"/>
          </a:xfrm>
          <a:prstGeom prst="rect">
            <a:avLst/>
          </a:prstGeom>
          <a:noFill/>
        </p:spPr>
        <p:txBody>
          <a:bodyPr wrap="square">
            <a:spAutoFit/>
          </a:bodyPr>
          <a:lstStyle/>
          <a:p>
            <a:pPr>
              <a:buNone/>
            </a:pPr>
            <a:r>
              <a:rPr lang="en-US" sz="1600" b="1" dirty="0">
                <a:solidFill>
                  <a:schemeClr val="accent1"/>
                </a:solidFill>
                <a:latin typeface="Montserrat" panose="00000500000000000000" pitchFamily="2" charset="0"/>
              </a:rPr>
              <a:t>Class distribution by annotated defects</a:t>
            </a:r>
          </a:p>
          <a:p>
            <a:pPr>
              <a:buNone/>
            </a:pPr>
            <a:endParaRPr lang="en-US" dirty="0">
              <a:latin typeface="Montserrat" panose="00000500000000000000" pitchFamily="2" charset="0"/>
            </a:endParaRPr>
          </a:p>
          <a:p>
            <a:pPr marL="285750" indent="-285750">
              <a:buFont typeface="Arial" panose="020B0604020202020204" pitchFamily="34" charset="0"/>
              <a:buChar char="•"/>
            </a:pPr>
            <a:r>
              <a:rPr lang="en-US" dirty="0">
                <a:latin typeface="Montserrat" panose="00000500000000000000" pitchFamily="2" charset="0"/>
              </a:rPr>
              <a:t>Missing hole: 497</a:t>
            </a:r>
          </a:p>
          <a:p>
            <a:pPr marL="285750" indent="-285750">
              <a:buFont typeface="Arial" panose="020B0604020202020204" pitchFamily="34" charset="0"/>
              <a:buChar char="•"/>
            </a:pPr>
            <a:r>
              <a:rPr lang="en-US" dirty="0">
                <a:latin typeface="Montserrat" panose="00000500000000000000" pitchFamily="2" charset="0"/>
              </a:rPr>
              <a:t>Mouse bite: 492</a:t>
            </a:r>
          </a:p>
          <a:p>
            <a:pPr marL="285750" indent="-285750">
              <a:buFont typeface="Arial" panose="020B0604020202020204" pitchFamily="34" charset="0"/>
              <a:buChar char="•"/>
            </a:pPr>
            <a:r>
              <a:rPr lang="en-US" dirty="0">
                <a:latin typeface="Montserrat" panose="00000500000000000000" pitchFamily="2" charset="0"/>
              </a:rPr>
              <a:t>Open circuit: 482</a:t>
            </a:r>
          </a:p>
          <a:p>
            <a:pPr marL="285750" indent="-285750">
              <a:buFont typeface="Arial" panose="020B0604020202020204" pitchFamily="34" charset="0"/>
              <a:buChar char="•"/>
            </a:pPr>
            <a:r>
              <a:rPr lang="en-US" dirty="0">
                <a:latin typeface="Montserrat" panose="00000500000000000000" pitchFamily="2" charset="0"/>
              </a:rPr>
              <a:t>Short: 491</a:t>
            </a:r>
          </a:p>
          <a:p>
            <a:pPr marL="285750" indent="-285750">
              <a:buFont typeface="Arial" panose="020B0604020202020204" pitchFamily="34" charset="0"/>
              <a:buChar char="•"/>
            </a:pPr>
            <a:r>
              <a:rPr lang="en-US" dirty="0">
                <a:latin typeface="Montserrat" panose="00000500000000000000" pitchFamily="2" charset="0"/>
              </a:rPr>
              <a:t>Spur: 488</a:t>
            </a:r>
          </a:p>
          <a:p>
            <a:pPr marL="285750" indent="-285750">
              <a:buFont typeface="Arial" panose="020B0604020202020204" pitchFamily="34" charset="0"/>
              <a:buChar char="•"/>
            </a:pPr>
            <a:r>
              <a:rPr lang="en-US" dirty="0">
                <a:latin typeface="Montserrat" panose="00000500000000000000" pitchFamily="2" charset="0"/>
              </a:rPr>
              <a:t>Spurious copper: 503</a:t>
            </a:r>
          </a:p>
        </p:txBody>
      </p:sp>
    </p:spTree>
    <p:extLst>
      <p:ext uri="{BB962C8B-B14F-4D97-AF65-F5344CB8AC3E}">
        <p14:creationId xmlns:p14="http://schemas.microsoft.com/office/powerpoint/2010/main" val="3620240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6D7B3D34-5974-63AD-3BA2-0C349C20E3B4}"/>
            </a:ext>
          </a:extLst>
        </p:cNvPr>
        <p:cNvGrpSpPr/>
        <p:nvPr/>
      </p:nvGrpSpPr>
      <p:grpSpPr>
        <a:xfrm>
          <a:off x="0" y="0"/>
          <a:ext cx="0" cy="0"/>
          <a:chOff x="0" y="0"/>
          <a:chExt cx="0" cy="0"/>
        </a:xfrm>
      </p:grpSpPr>
      <p:sp>
        <p:nvSpPr>
          <p:cNvPr id="235" name="Google Shape;235;p36">
            <a:extLst>
              <a:ext uri="{FF2B5EF4-FFF2-40B4-BE49-F238E27FC236}">
                <a16:creationId xmlns:a16="http://schemas.microsoft.com/office/drawing/2014/main" id="{67C650D9-4B1B-B5F9-AF4C-961657BB28D7}"/>
              </a:ext>
            </a:extLst>
          </p:cNvPr>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Dataset</a:t>
            </a:r>
            <a:endParaRPr dirty="0"/>
          </a:p>
        </p:txBody>
      </p:sp>
      <p:sp>
        <p:nvSpPr>
          <p:cNvPr id="17" name="TextBox 16">
            <a:extLst>
              <a:ext uri="{FF2B5EF4-FFF2-40B4-BE49-F238E27FC236}">
                <a16:creationId xmlns:a16="http://schemas.microsoft.com/office/drawing/2014/main" id="{E0B9DD27-3727-3EC5-87EC-114013A7E8AD}"/>
              </a:ext>
            </a:extLst>
          </p:cNvPr>
          <p:cNvSpPr txBox="1"/>
          <p:nvPr/>
        </p:nvSpPr>
        <p:spPr>
          <a:xfrm>
            <a:off x="392546" y="1230294"/>
            <a:ext cx="5098473" cy="984885"/>
          </a:xfrm>
          <a:prstGeom prst="rect">
            <a:avLst/>
          </a:prstGeom>
          <a:noFill/>
        </p:spPr>
        <p:txBody>
          <a:bodyPr wrap="square">
            <a:spAutoFit/>
          </a:bodyPr>
          <a:lstStyle/>
          <a:p>
            <a:r>
              <a:rPr lang="en-US" sz="1600" b="1" dirty="0">
                <a:solidFill>
                  <a:schemeClr val="accent1"/>
                </a:solidFill>
                <a:latin typeface="Montserrat" panose="00000500000000000000" pitchFamily="2" charset="0"/>
              </a:rPr>
              <a:t>Problem with the dataset</a:t>
            </a:r>
          </a:p>
          <a:p>
            <a:pPr marL="285750" indent="-285750">
              <a:buFont typeface="Arial" panose="020B0604020202020204" pitchFamily="34" charset="0"/>
              <a:buChar char="•"/>
            </a:pPr>
            <a:endParaRPr lang="en-US" b="1" dirty="0">
              <a:latin typeface="Montserrat" panose="00000500000000000000" pitchFamily="2" charset="0"/>
            </a:endParaRPr>
          </a:p>
          <a:p>
            <a:pPr marL="285750" indent="-285750">
              <a:buFont typeface="Arial" panose="020B0604020202020204" pitchFamily="34" charset="0"/>
              <a:buChar char="•"/>
            </a:pPr>
            <a:r>
              <a:rPr lang="en-US" dirty="0">
                <a:latin typeface="Montserrat" panose="00000500000000000000" pitchFamily="2" charset="0"/>
              </a:rPr>
              <a:t>Each image is RGB, with </a:t>
            </a:r>
            <a:r>
              <a:rPr lang="en-US" b="1" dirty="0">
                <a:latin typeface="Montserrat" panose="00000500000000000000" pitchFamily="2" charset="0"/>
              </a:rPr>
              <a:t>image sizes </a:t>
            </a:r>
            <a:r>
              <a:rPr lang="en-US" dirty="0">
                <a:latin typeface="Montserrat" panose="00000500000000000000" pitchFamily="2" charset="0"/>
              </a:rPr>
              <a:t>ranging from </a:t>
            </a:r>
            <a:r>
              <a:rPr lang="en-US" b="1" dirty="0">
                <a:latin typeface="Montserrat" panose="00000500000000000000" pitchFamily="2" charset="0"/>
              </a:rPr>
              <a:t>2240 x 1586 to 3056 x 2530</a:t>
            </a:r>
          </a:p>
        </p:txBody>
      </p:sp>
      <p:sp>
        <p:nvSpPr>
          <p:cNvPr id="7" name="TextBox 6">
            <a:extLst>
              <a:ext uri="{FF2B5EF4-FFF2-40B4-BE49-F238E27FC236}">
                <a16:creationId xmlns:a16="http://schemas.microsoft.com/office/drawing/2014/main" id="{627ECFC2-CFEF-5B0E-2ED5-FCD32A407AE6}"/>
              </a:ext>
            </a:extLst>
          </p:cNvPr>
          <p:cNvSpPr txBox="1"/>
          <p:nvPr/>
        </p:nvSpPr>
        <p:spPr>
          <a:xfrm>
            <a:off x="392546" y="2403584"/>
            <a:ext cx="4160983" cy="2031325"/>
          </a:xfrm>
          <a:prstGeom prst="rect">
            <a:avLst/>
          </a:prstGeom>
          <a:noFill/>
        </p:spPr>
        <p:txBody>
          <a:bodyPr wrap="square">
            <a:spAutoFit/>
          </a:bodyPr>
          <a:lstStyle/>
          <a:p>
            <a:pPr>
              <a:buNone/>
            </a:pPr>
            <a:r>
              <a:rPr lang="en-US" b="1" dirty="0">
                <a:solidFill>
                  <a:schemeClr val="accent1"/>
                </a:solidFill>
                <a:latin typeface="Montserrat" panose="00000500000000000000" pitchFamily="2" charset="0"/>
              </a:rPr>
              <a:t>By class, the average width and height of defects are:</a:t>
            </a:r>
          </a:p>
          <a:p>
            <a:pPr>
              <a:buNone/>
            </a:pPr>
            <a:endParaRPr lang="en-US" dirty="0">
              <a:latin typeface="Montserrat" panose="00000500000000000000" pitchFamily="2" charset="0"/>
            </a:endParaRPr>
          </a:p>
          <a:p>
            <a:pPr marL="285750" indent="-285750">
              <a:buFont typeface="Arial" panose="020B0604020202020204" pitchFamily="34" charset="0"/>
              <a:buChar char="•"/>
            </a:pPr>
            <a:r>
              <a:rPr lang="en-US" dirty="0">
                <a:latin typeface="Montserrat" panose="00000500000000000000" pitchFamily="2" charset="0"/>
              </a:rPr>
              <a:t>Missing hole: 66.76 x 68.10</a:t>
            </a:r>
          </a:p>
          <a:p>
            <a:pPr marL="285750" indent="-285750">
              <a:buFont typeface="Arial" panose="020B0604020202020204" pitchFamily="34" charset="0"/>
              <a:buChar char="•"/>
            </a:pPr>
            <a:r>
              <a:rPr lang="en-US" dirty="0">
                <a:latin typeface="Montserrat" panose="00000500000000000000" pitchFamily="2" charset="0"/>
              </a:rPr>
              <a:t>Mouse bite: 63.07 x 61.43</a:t>
            </a:r>
          </a:p>
          <a:p>
            <a:pPr marL="285750" indent="-285750">
              <a:buFont typeface="Arial" panose="020B0604020202020204" pitchFamily="34" charset="0"/>
              <a:buChar char="•"/>
            </a:pPr>
            <a:r>
              <a:rPr lang="en-US" dirty="0">
                <a:latin typeface="Montserrat" panose="00000500000000000000" pitchFamily="2" charset="0"/>
              </a:rPr>
              <a:t>Open circuit: 52.36 x 49.79</a:t>
            </a:r>
          </a:p>
          <a:p>
            <a:pPr marL="285750" indent="-285750">
              <a:buFont typeface="Arial" panose="020B0604020202020204" pitchFamily="34" charset="0"/>
              <a:buChar char="•"/>
            </a:pPr>
            <a:r>
              <a:rPr lang="en-US" dirty="0">
                <a:latin typeface="Montserrat" panose="00000500000000000000" pitchFamily="2" charset="0"/>
              </a:rPr>
              <a:t>Short: 86.74 x 78.75</a:t>
            </a:r>
          </a:p>
          <a:p>
            <a:pPr marL="285750" indent="-285750">
              <a:buFont typeface="Arial" panose="020B0604020202020204" pitchFamily="34" charset="0"/>
              <a:buChar char="•"/>
            </a:pPr>
            <a:r>
              <a:rPr lang="en-US" dirty="0">
                <a:latin typeface="Montserrat" panose="00000500000000000000" pitchFamily="2" charset="0"/>
              </a:rPr>
              <a:t>Spur: 75.41 x 69.36</a:t>
            </a:r>
          </a:p>
          <a:p>
            <a:pPr marL="285750" indent="-285750">
              <a:buFont typeface="Arial" panose="020B0604020202020204" pitchFamily="34" charset="0"/>
              <a:buChar char="•"/>
            </a:pPr>
            <a:r>
              <a:rPr lang="en-US" dirty="0">
                <a:latin typeface="Montserrat" panose="00000500000000000000" pitchFamily="2" charset="0"/>
              </a:rPr>
              <a:t>Spurious copper: 80.21 x 77.48</a:t>
            </a:r>
          </a:p>
        </p:txBody>
      </p:sp>
      <p:pic>
        <p:nvPicPr>
          <p:cNvPr id="9" name="Picture 8">
            <a:extLst>
              <a:ext uri="{FF2B5EF4-FFF2-40B4-BE49-F238E27FC236}">
                <a16:creationId xmlns:a16="http://schemas.microsoft.com/office/drawing/2014/main" id="{B466A67D-58C6-F1B0-58BF-E31C6BE59543}"/>
              </a:ext>
            </a:extLst>
          </p:cNvPr>
          <p:cNvPicPr>
            <a:picLocks noChangeAspect="1"/>
          </p:cNvPicPr>
          <p:nvPr/>
        </p:nvPicPr>
        <p:blipFill>
          <a:blip r:embed="rId3"/>
          <a:stretch>
            <a:fillRect/>
          </a:stretch>
        </p:blipFill>
        <p:spPr>
          <a:xfrm>
            <a:off x="5774997" y="1039003"/>
            <a:ext cx="3175039" cy="1659727"/>
          </a:xfrm>
          <a:prstGeom prst="rect">
            <a:avLst/>
          </a:prstGeom>
        </p:spPr>
      </p:pic>
      <p:sp>
        <p:nvSpPr>
          <p:cNvPr id="10" name="Rectangle 9">
            <a:extLst>
              <a:ext uri="{FF2B5EF4-FFF2-40B4-BE49-F238E27FC236}">
                <a16:creationId xmlns:a16="http://schemas.microsoft.com/office/drawing/2014/main" id="{0CF994CE-1646-AD17-20A8-7967CBE30883}"/>
              </a:ext>
            </a:extLst>
          </p:cNvPr>
          <p:cNvSpPr/>
          <p:nvPr/>
        </p:nvSpPr>
        <p:spPr>
          <a:xfrm>
            <a:off x="7564582" y="1847273"/>
            <a:ext cx="106218" cy="1069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546BE730-D786-5ADF-7935-7406BE555584}"/>
              </a:ext>
            </a:extLst>
          </p:cNvPr>
          <p:cNvCxnSpPr/>
          <p:nvPr/>
        </p:nvCxnSpPr>
        <p:spPr>
          <a:xfrm>
            <a:off x="7564582" y="2832100"/>
            <a:ext cx="0" cy="3598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FD6A165A-E9D5-D57E-A03C-2C2475A3CE20}"/>
              </a:ext>
            </a:extLst>
          </p:cNvPr>
          <p:cNvPicPr>
            <a:picLocks noChangeAspect="1"/>
          </p:cNvPicPr>
          <p:nvPr/>
        </p:nvPicPr>
        <p:blipFill>
          <a:blip r:embed="rId3"/>
          <a:srcRect l="54907" t="47565" r="39121" b="42540"/>
          <a:stretch>
            <a:fillRect/>
          </a:stretch>
        </p:blipFill>
        <p:spPr>
          <a:xfrm>
            <a:off x="7291533" y="3270506"/>
            <a:ext cx="546098" cy="472988"/>
          </a:xfrm>
          <a:prstGeom prst="rect">
            <a:avLst/>
          </a:prstGeom>
        </p:spPr>
      </p:pic>
      <p:sp>
        <p:nvSpPr>
          <p:cNvPr id="15" name="TextBox 14">
            <a:extLst>
              <a:ext uri="{FF2B5EF4-FFF2-40B4-BE49-F238E27FC236}">
                <a16:creationId xmlns:a16="http://schemas.microsoft.com/office/drawing/2014/main" id="{C644A33C-2B6E-BC92-198B-564FAA29FD5F}"/>
              </a:ext>
            </a:extLst>
          </p:cNvPr>
          <p:cNvSpPr txBox="1"/>
          <p:nvPr/>
        </p:nvSpPr>
        <p:spPr>
          <a:xfrm>
            <a:off x="5491019" y="3913206"/>
            <a:ext cx="3459017" cy="738664"/>
          </a:xfrm>
          <a:prstGeom prst="rect">
            <a:avLst/>
          </a:prstGeom>
          <a:noFill/>
        </p:spPr>
        <p:txBody>
          <a:bodyPr wrap="square">
            <a:spAutoFit/>
          </a:bodyPr>
          <a:lstStyle/>
          <a:p>
            <a:r>
              <a:rPr lang="en-US" b="1" dirty="0">
                <a:solidFill>
                  <a:srgbClr val="FF0000"/>
                </a:solidFill>
                <a:latin typeface="Montserrat" panose="00000500000000000000" pitchFamily="2" charset="0"/>
              </a:rPr>
              <a:t>Relatively too small !!</a:t>
            </a:r>
          </a:p>
          <a:p>
            <a:r>
              <a:rPr lang="en-US" b="1" dirty="0">
                <a:solidFill>
                  <a:srgbClr val="FF0000"/>
                </a:solidFill>
                <a:latin typeface="Montserrat" panose="00000500000000000000" pitchFamily="2" charset="0"/>
              </a:rPr>
              <a:t>Hard for feature extraction and for detection</a:t>
            </a:r>
          </a:p>
        </p:txBody>
      </p:sp>
    </p:spTree>
    <p:extLst>
      <p:ext uri="{BB962C8B-B14F-4D97-AF65-F5344CB8AC3E}">
        <p14:creationId xmlns:p14="http://schemas.microsoft.com/office/powerpoint/2010/main" val="2873846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205F0DD7-59D2-6D20-E89A-6B55F0ADB54A}"/>
            </a:ext>
          </a:extLst>
        </p:cNvPr>
        <p:cNvGrpSpPr/>
        <p:nvPr/>
      </p:nvGrpSpPr>
      <p:grpSpPr>
        <a:xfrm>
          <a:off x="0" y="0"/>
          <a:ext cx="0" cy="0"/>
          <a:chOff x="0" y="0"/>
          <a:chExt cx="0" cy="0"/>
        </a:xfrm>
      </p:grpSpPr>
      <p:sp>
        <p:nvSpPr>
          <p:cNvPr id="222" name="Google Shape;222;p34">
            <a:extLst>
              <a:ext uri="{FF2B5EF4-FFF2-40B4-BE49-F238E27FC236}">
                <a16:creationId xmlns:a16="http://schemas.microsoft.com/office/drawing/2014/main" id="{D646532C-E8C4-9A54-3C51-E2B1145E9D61}"/>
              </a:ext>
            </a:extLst>
          </p:cNvPr>
          <p:cNvSpPr txBox="1">
            <a:spLocks noGrp="1"/>
          </p:cNvSpPr>
          <p:nvPr>
            <p:ph type="title"/>
          </p:nvPr>
        </p:nvSpPr>
        <p:spPr>
          <a:xfrm>
            <a:off x="3968425" y="2227050"/>
            <a:ext cx="4462500" cy="841800"/>
          </a:xfrm>
          <a:prstGeom prst="rect">
            <a:avLst/>
          </a:prstGeom>
        </p:spPr>
        <p:txBody>
          <a:bodyPr spcFirstLastPara="1" wrap="square" lIns="91425" tIns="91425" rIns="91425" bIns="91425" anchor="ctr" anchorCtr="0">
            <a:noAutofit/>
          </a:bodyPr>
          <a:lstStyle/>
          <a:p>
            <a:r>
              <a:rPr lang="en"/>
              <a:t>Solutions</a:t>
            </a:r>
            <a:endParaRPr lang="en-US"/>
          </a:p>
        </p:txBody>
      </p:sp>
      <p:sp>
        <p:nvSpPr>
          <p:cNvPr id="223" name="Google Shape;223;p34">
            <a:extLst>
              <a:ext uri="{FF2B5EF4-FFF2-40B4-BE49-F238E27FC236}">
                <a16:creationId xmlns:a16="http://schemas.microsoft.com/office/drawing/2014/main" id="{5D21AF35-CC81-7C42-FF90-B8F56D8158C4}"/>
              </a:ext>
            </a:extLst>
          </p:cNvPr>
          <p:cNvSpPr txBox="1">
            <a:spLocks noGrp="1"/>
          </p:cNvSpPr>
          <p:nvPr>
            <p:ph type="subTitle" idx="1"/>
          </p:nvPr>
        </p:nvSpPr>
        <p:spPr>
          <a:xfrm>
            <a:off x="3968275" y="3045375"/>
            <a:ext cx="4462500" cy="678000"/>
          </a:xfrm>
          <a:prstGeom prst="rect">
            <a:avLst/>
          </a:prstGeom>
        </p:spPr>
        <p:txBody>
          <a:bodyPr spcFirstLastPara="1" wrap="square" lIns="91425" tIns="91425" rIns="91425" bIns="91425" anchor="t" anchorCtr="0">
            <a:noAutofit/>
          </a:bodyPr>
          <a:lstStyle/>
          <a:p>
            <a:pPr marL="0" lvl="0" indent="0"/>
            <a:r>
              <a:rPr lang="en" dirty="0"/>
              <a:t>Training a model from scratch</a:t>
            </a:r>
          </a:p>
          <a:p>
            <a:pPr marL="0" lvl="0" indent="0"/>
            <a:r>
              <a:rPr lang="en" dirty="0"/>
              <a:t>Training a model with a ResNet backbone</a:t>
            </a:r>
            <a:endParaRPr lang="en-US" dirty="0" err="1"/>
          </a:p>
        </p:txBody>
      </p:sp>
      <p:sp>
        <p:nvSpPr>
          <p:cNvPr id="224" name="Google Shape;224;p34">
            <a:extLst>
              <a:ext uri="{FF2B5EF4-FFF2-40B4-BE49-F238E27FC236}">
                <a16:creationId xmlns:a16="http://schemas.microsoft.com/office/drawing/2014/main" id="{22B9FEAF-8200-75A7-C6E7-B8F0BF3D622C}"/>
              </a:ext>
            </a:extLst>
          </p:cNvPr>
          <p:cNvSpPr txBox="1">
            <a:spLocks noGrp="1"/>
          </p:cNvSpPr>
          <p:nvPr>
            <p:ph type="title" idx="2"/>
          </p:nvPr>
        </p:nvSpPr>
        <p:spPr>
          <a:xfrm>
            <a:off x="3968350" y="1262325"/>
            <a:ext cx="4462500" cy="1141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03</a:t>
            </a:r>
            <a:endParaRPr/>
          </a:p>
        </p:txBody>
      </p:sp>
    </p:spTree>
    <p:extLst>
      <p:ext uri="{BB962C8B-B14F-4D97-AF65-F5344CB8AC3E}">
        <p14:creationId xmlns:p14="http://schemas.microsoft.com/office/powerpoint/2010/main" val="2037829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1C052F84-3E8A-F094-1D28-996370E6D557}"/>
            </a:ext>
          </a:extLst>
        </p:cNvPr>
        <p:cNvGrpSpPr/>
        <p:nvPr/>
      </p:nvGrpSpPr>
      <p:grpSpPr>
        <a:xfrm>
          <a:off x="0" y="0"/>
          <a:ext cx="0" cy="0"/>
          <a:chOff x="0" y="0"/>
          <a:chExt cx="0" cy="0"/>
        </a:xfrm>
      </p:grpSpPr>
      <p:sp>
        <p:nvSpPr>
          <p:cNvPr id="235" name="Google Shape;235;p36">
            <a:extLst>
              <a:ext uri="{FF2B5EF4-FFF2-40B4-BE49-F238E27FC236}">
                <a16:creationId xmlns:a16="http://schemas.microsoft.com/office/drawing/2014/main" id="{6C41D486-14CA-FD26-5264-CBA6C70EAEF0}"/>
              </a:ext>
            </a:extLst>
          </p:cNvPr>
          <p:cNvSpPr txBox="1">
            <a:spLocks noGrp="1"/>
          </p:cNvSpPr>
          <p:nvPr>
            <p:ph type="title"/>
          </p:nvPr>
        </p:nvSpPr>
        <p:spPr>
          <a:xfrm>
            <a:off x="334491" y="290811"/>
            <a:ext cx="7708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Training a model from scratch</a:t>
            </a:r>
            <a:endParaRPr sz="2400" dirty="0"/>
          </a:p>
        </p:txBody>
      </p:sp>
      <p:pic>
        <p:nvPicPr>
          <p:cNvPr id="15" name="Picture 14">
            <a:extLst>
              <a:ext uri="{FF2B5EF4-FFF2-40B4-BE49-F238E27FC236}">
                <a16:creationId xmlns:a16="http://schemas.microsoft.com/office/drawing/2014/main" id="{FCAFEAB8-DBBE-15E4-472A-B3CBA68B7A53}"/>
              </a:ext>
            </a:extLst>
          </p:cNvPr>
          <p:cNvPicPr>
            <a:picLocks noChangeAspect="1"/>
          </p:cNvPicPr>
          <p:nvPr/>
        </p:nvPicPr>
        <p:blipFill>
          <a:blip r:embed="rId3"/>
          <a:stretch>
            <a:fillRect/>
          </a:stretch>
        </p:blipFill>
        <p:spPr>
          <a:xfrm>
            <a:off x="1431637" y="1014580"/>
            <a:ext cx="2458026" cy="3687040"/>
          </a:xfrm>
          <a:prstGeom prst="rect">
            <a:avLst/>
          </a:prstGeom>
        </p:spPr>
      </p:pic>
      <p:sp>
        <p:nvSpPr>
          <p:cNvPr id="18" name="TextBox 17">
            <a:extLst>
              <a:ext uri="{FF2B5EF4-FFF2-40B4-BE49-F238E27FC236}">
                <a16:creationId xmlns:a16="http://schemas.microsoft.com/office/drawing/2014/main" id="{8F2BF9CC-477C-C894-6BF7-8D711F6E69C7}"/>
              </a:ext>
            </a:extLst>
          </p:cNvPr>
          <p:cNvSpPr txBox="1"/>
          <p:nvPr/>
        </p:nvSpPr>
        <p:spPr>
          <a:xfrm>
            <a:off x="101600" y="1014580"/>
            <a:ext cx="1671782" cy="461665"/>
          </a:xfrm>
          <a:prstGeom prst="rect">
            <a:avLst/>
          </a:prstGeom>
          <a:noFill/>
        </p:spPr>
        <p:txBody>
          <a:bodyPr wrap="square">
            <a:spAutoFit/>
          </a:bodyPr>
          <a:lstStyle/>
          <a:p>
            <a:r>
              <a:rPr lang="en-US" sz="1200" b="1" dirty="0">
                <a:solidFill>
                  <a:schemeClr val="accent1"/>
                </a:solidFill>
                <a:latin typeface="Montserrat" panose="00000500000000000000" pitchFamily="2" charset="0"/>
              </a:rPr>
              <a:t>CNN Architecture</a:t>
            </a:r>
          </a:p>
          <a:p>
            <a:r>
              <a:rPr lang="en-US" sz="1200" b="1" dirty="0">
                <a:solidFill>
                  <a:schemeClr val="accent1"/>
                </a:solidFill>
                <a:latin typeface="Montserrat" panose="00000500000000000000" pitchFamily="2" charset="0"/>
              </a:rPr>
              <a:t>(Grid Yolo-Style)</a:t>
            </a:r>
          </a:p>
        </p:txBody>
      </p:sp>
      <p:sp>
        <p:nvSpPr>
          <p:cNvPr id="20" name="TextBox 19">
            <a:extLst>
              <a:ext uri="{FF2B5EF4-FFF2-40B4-BE49-F238E27FC236}">
                <a16:creationId xmlns:a16="http://schemas.microsoft.com/office/drawing/2014/main" id="{6E35BF83-DE27-271E-6B34-233F2AB09A72}"/>
              </a:ext>
            </a:extLst>
          </p:cNvPr>
          <p:cNvSpPr txBox="1"/>
          <p:nvPr/>
        </p:nvSpPr>
        <p:spPr>
          <a:xfrm>
            <a:off x="4572000" y="1027736"/>
            <a:ext cx="4572000" cy="276999"/>
          </a:xfrm>
          <a:prstGeom prst="rect">
            <a:avLst/>
          </a:prstGeom>
          <a:noFill/>
        </p:spPr>
        <p:txBody>
          <a:bodyPr wrap="square">
            <a:spAutoFit/>
          </a:bodyPr>
          <a:lstStyle/>
          <a:p>
            <a:r>
              <a:rPr lang="en-US" sz="1200" b="1" dirty="0">
                <a:solidFill>
                  <a:schemeClr val="accent1"/>
                </a:solidFill>
                <a:latin typeface="Montserrat" panose="00000500000000000000" pitchFamily="2" charset="0"/>
              </a:rPr>
              <a:t>Loss Function Design</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B1CF269-2CC0-F06E-E28E-261E1599F4AF}"/>
                  </a:ext>
                </a:extLst>
              </p:cNvPr>
              <p:cNvSpPr txBox="1"/>
              <p:nvPr/>
            </p:nvSpPr>
            <p:spPr>
              <a:xfrm>
                <a:off x="5583336" y="1476245"/>
                <a:ext cx="1858907" cy="2327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𝑜𝑏𝑗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𝑐𝑙𝑠</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5</m:t>
                          </m:r>
                          <m:r>
                            <a:rPr lang="en-US" b="0" i="1" smtClean="0">
                              <a:latin typeface="Cambria Math" panose="02040503050406030204" pitchFamily="18" charset="0"/>
                            </a:rPr>
                            <m:t>𝐿</m:t>
                          </m:r>
                        </m:e>
                        <m:sub>
                          <m:r>
                            <a:rPr lang="en-US" b="0" i="1" smtClean="0">
                              <a:latin typeface="Cambria Math" panose="02040503050406030204" pitchFamily="18" charset="0"/>
                            </a:rPr>
                            <m:t>𝑏𝑜𝑥</m:t>
                          </m:r>
                        </m:sub>
                      </m:sSub>
                    </m:oMath>
                  </m:oMathPara>
                </a14:m>
                <a:endParaRPr lang="en-US" dirty="0"/>
              </a:p>
            </p:txBody>
          </p:sp>
        </mc:Choice>
        <mc:Fallback xmlns="">
          <p:sp>
            <p:nvSpPr>
              <p:cNvPr id="23" name="TextBox 22">
                <a:extLst>
                  <a:ext uri="{FF2B5EF4-FFF2-40B4-BE49-F238E27FC236}">
                    <a16:creationId xmlns:a16="http://schemas.microsoft.com/office/drawing/2014/main" id="{6B1CF269-2CC0-F06E-E28E-261E1599F4AF}"/>
                  </a:ext>
                </a:extLst>
              </p:cNvPr>
              <p:cNvSpPr txBox="1">
                <a:spLocks noRot="1" noChangeAspect="1" noMove="1" noResize="1" noEditPoints="1" noAdjustHandles="1" noChangeArrowheads="1" noChangeShapeType="1" noTextEdit="1"/>
              </p:cNvSpPr>
              <p:nvPr/>
            </p:nvSpPr>
            <p:spPr>
              <a:xfrm>
                <a:off x="5583336" y="1476245"/>
                <a:ext cx="1858907" cy="232756"/>
              </a:xfrm>
              <a:prstGeom prst="rect">
                <a:avLst/>
              </a:prstGeom>
              <a:blipFill>
                <a:blip r:embed="rId4"/>
                <a:stretch>
                  <a:fillRect l="-1639" b="-26316"/>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7BAC43C0-8538-8797-3678-61EA444F2555}"/>
              </a:ext>
            </a:extLst>
          </p:cNvPr>
          <p:cNvSpPr txBox="1"/>
          <p:nvPr/>
        </p:nvSpPr>
        <p:spPr>
          <a:xfrm>
            <a:off x="4572000" y="2063918"/>
            <a:ext cx="4572000" cy="1015663"/>
          </a:xfrm>
          <a:prstGeom prst="rect">
            <a:avLst/>
          </a:prstGeom>
          <a:noFill/>
        </p:spPr>
        <p:txBody>
          <a:bodyPr wrap="square">
            <a:spAutoFit/>
          </a:bodyPr>
          <a:lstStyle/>
          <a:p>
            <a:pPr>
              <a:buNone/>
            </a:pPr>
            <a:r>
              <a:rPr lang="en-US" sz="1200" b="1" dirty="0">
                <a:solidFill>
                  <a:schemeClr val="accent1"/>
                </a:solidFill>
                <a:latin typeface="Montserrat" panose="00000500000000000000" pitchFamily="2" charset="0"/>
              </a:rPr>
              <a:t>Where</a:t>
            </a:r>
          </a:p>
          <a:p>
            <a:pPr>
              <a:buNone/>
            </a:pPr>
            <a:endParaRPr lang="en-US" sz="1200" b="1" dirty="0">
              <a:solidFill>
                <a:schemeClr val="accent1"/>
              </a:solidFill>
              <a:latin typeface="Montserrat" panose="00000500000000000000" pitchFamily="2" charset="0"/>
            </a:endParaRPr>
          </a:p>
          <a:p>
            <a:pPr marL="171450" indent="-171450">
              <a:buFont typeface="Arial" panose="020B0604020202020204" pitchFamily="34" charset="0"/>
              <a:buChar char="•"/>
            </a:pPr>
            <a:r>
              <a:rPr lang="en-US" sz="1200" dirty="0" err="1">
                <a:latin typeface="Montserrat" panose="00000500000000000000" pitchFamily="2" charset="0"/>
              </a:rPr>
              <a:t>Objectness</a:t>
            </a:r>
            <a:r>
              <a:rPr lang="en-US" sz="1200" dirty="0">
                <a:latin typeface="Montserrat" panose="00000500000000000000" pitchFamily="2" charset="0"/>
              </a:rPr>
              <a:t> Loss: </a:t>
            </a:r>
            <a:r>
              <a:rPr lang="en-US" sz="1200" dirty="0" err="1">
                <a:latin typeface="Montserrat" panose="00000500000000000000" pitchFamily="2" charset="0"/>
              </a:rPr>
              <a:t>BCEWithLogits</a:t>
            </a:r>
            <a:r>
              <a:rPr lang="en-US" sz="1200" dirty="0">
                <a:latin typeface="Montserrat" panose="00000500000000000000" pitchFamily="2" charset="0"/>
              </a:rPr>
              <a:t> </a:t>
            </a:r>
          </a:p>
          <a:p>
            <a:pPr marL="171450" indent="-171450">
              <a:buFont typeface="Arial" panose="020B0604020202020204" pitchFamily="34" charset="0"/>
              <a:buChar char="•"/>
            </a:pPr>
            <a:r>
              <a:rPr lang="en-US" sz="1200" dirty="0">
                <a:latin typeface="Montserrat" panose="00000500000000000000" pitchFamily="2" charset="0"/>
              </a:rPr>
              <a:t>Classification Loss: Cross Entropy </a:t>
            </a:r>
          </a:p>
          <a:p>
            <a:pPr marL="171450" indent="-171450">
              <a:buFont typeface="Arial" panose="020B0604020202020204" pitchFamily="34" charset="0"/>
              <a:buChar char="•"/>
            </a:pPr>
            <a:r>
              <a:rPr lang="en-US" sz="1200" dirty="0">
                <a:latin typeface="Montserrat" panose="00000500000000000000" pitchFamily="2" charset="0"/>
              </a:rPr>
              <a:t>Localization Loss: Smooth L1</a:t>
            </a:r>
          </a:p>
        </p:txBody>
      </p:sp>
      <p:sp>
        <p:nvSpPr>
          <p:cNvPr id="31" name="TextBox 30">
            <a:extLst>
              <a:ext uri="{FF2B5EF4-FFF2-40B4-BE49-F238E27FC236}">
                <a16:creationId xmlns:a16="http://schemas.microsoft.com/office/drawing/2014/main" id="{3D188FDC-38EA-F679-542B-45FF02B7EA12}"/>
              </a:ext>
            </a:extLst>
          </p:cNvPr>
          <p:cNvSpPr txBox="1"/>
          <p:nvPr/>
        </p:nvSpPr>
        <p:spPr>
          <a:xfrm>
            <a:off x="4572000" y="3281000"/>
            <a:ext cx="4572000" cy="1200329"/>
          </a:xfrm>
          <a:prstGeom prst="rect">
            <a:avLst/>
          </a:prstGeom>
          <a:noFill/>
        </p:spPr>
        <p:txBody>
          <a:bodyPr wrap="square">
            <a:spAutoFit/>
          </a:bodyPr>
          <a:lstStyle/>
          <a:p>
            <a:pPr>
              <a:buNone/>
            </a:pPr>
            <a:r>
              <a:rPr lang="en-US" sz="1200" b="1" dirty="0">
                <a:solidFill>
                  <a:schemeClr val="accent1"/>
                </a:solidFill>
                <a:latin typeface="Montserrat" panose="00000500000000000000" pitchFamily="2" charset="0"/>
              </a:rPr>
              <a:t>Data Augmentation</a:t>
            </a:r>
          </a:p>
          <a:p>
            <a:pPr>
              <a:buNone/>
            </a:pPr>
            <a:endParaRPr lang="en-US" sz="1200" b="1" dirty="0">
              <a:latin typeface="Montserrat" panose="00000500000000000000" pitchFamily="2" charset="0"/>
            </a:endParaRPr>
          </a:p>
          <a:p>
            <a:pPr marL="171450" indent="-171450">
              <a:buFont typeface="Arial" panose="020B0604020202020204" pitchFamily="34" charset="0"/>
              <a:buChar char="•"/>
            </a:pPr>
            <a:r>
              <a:rPr lang="en-US" sz="1200" dirty="0">
                <a:latin typeface="Montserrat" panose="00000500000000000000" pitchFamily="2" charset="0"/>
              </a:rPr>
              <a:t>Horizontal Flip </a:t>
            </a:r>
          </a:p>
          <a:p>
            <a:pPr marL="171450" indent="-171450">
              <a:buFont typeface="Arial" panose="020B0604020202020204" pitchFamily="34" charset="0"/>
              <a:buChar char="•"/>
            </a:pPr>
            <a:r>
              <a:rPr lang="en-US" sz="1200" dirty="0">
                <a:latin typeface="Montserrat" panose="00000500000000000000" pitchFamily="2" charset="0"/>
              </a:rPr>
              <a:t>Vertical Flip </a:t>
            </a:r>
          </a:p>
          <a:p>
            <a:pPr marL="171450" indent="-171450">
              <a:buFont typeface="Arial" panose="020B0604020202020204" pitchFamily="34" charset="0"/>
              <a:buChar char="•"/>
            </a:pPr>
            <a:r>
              <a:rPr lang="en-US" sz="1200" dirty="0">
                <a:latin typeface="Montserrat" panose="00000500000000000000" pitchFamily="2" charset="0"/>
              </a:rPr>
              <a:t>Slight Brightness Adjustment </a:t>
            </a:r>
          </a:p>
          <a:p>
            <a:pPr marL="171450" indent="-171450">
              <a:buFont typeface="Arial" panose="020B0604020202020204" pitchFamily="34" charset="0"/>
              <a:buChar char="•"/>
            </a:pPr>
            <a:r>
              <a:rPr lang="en-US" sz="1200" dirty="0">
                <a:latin typeface="Montserrat" panose="00000500000000000000" pitchFamily="2" charset="0"/>
              </a:rPr>
              <a:t>Slight Contrast Adjustment</a:t>
            </a:r>
          </a:p>
        </p:txBody>
      </p:sp>
      <p:sp>
        <p:nvSpPr>
          <p:cNvPr id="37" name="TextBox 36">
            <a:extLst>
              <a:ext uri="{FF2B5EF4-FFF2-40B4-BE49-F238E27FC236}">
                <a16:creationId xmlns:a16="http://schemas.microsoft.com/office/drawing/2014/main" id="{BF36EA04-4171-4099-9A55-0CB827611F61}"/>
              </a:ext>
            </a:extLst>
          </p:cNvPr>
          <p:cNvSpPr txBox="1"/>
          <p:nvPr/>
        </p:nvSpPr>
        <p:spPr>
          <a:xfrm>
            <a:off x="101600" y="3970337"/>
            <a:ext cx="1577436" cy="577081"/>
          </a:xfrm>
          <a:prstGeom prst="rect">
            <a:avLst/>
          </a:prstGeom>
          <a:noFill/>
        </p:spPr>
        <p:txBody>
          <a:bodyPr wrap="square">
            <a:spAutoFit/>
          </a:bodyPr>
          <a:lstStyle/>
          <a:p>
            <a:r>
              <a:rPr lang="en-US" sz="1050" b="1" dirty="0">
                <a:solidFill>
                  <a:schemeClr val="accent1"/>
                </a:solidFill>
                <a:latin typeface="Montserrat" panose="00000500000000000000" pitchFamily="2" charset="0"/>
              </a:rPr>
              <a:t>Number of parameters: 1,654,507</a:t>
            </a:r>
          </a:p>
        </p:txBody>
      </p:sp>
      <p:sp>
        <p:nvSpPr>
          <p:cNvPr id="38" name="TextBox 37">
            <a:extLst>
              <a:ext uri="{FF2B5EF4-FFF2-40B4-BE49-F238E27FC236}">
                <a16:creationId xmlns:a16="http://schemas.microsoft.com/office/drawing/2014/main" id="{78D4028E-9771-5756-551B-582AE50C012C}"/>
              </a:ext>
            </a:extLst>
          </p:cNvPr>
          <p:cNvSpPr txBox="1"/>
          <p:nvPr/>
        </p:nvSpPr>
        <p:spPr>
          <a:xfrm>
            <a:off x="6669464" y="4852689"/>
            <a:ext cx="2370842" cy="261610"/>
          </a:xfrm>
          <a:prstGeom prst="rect">
            <a:avLst/>
          </a:prstGeom>
          <a:noFill/>
        </p:spPr>
        <p:txBody>
          <a:bodyPr wrap="square">
            <a:spAutoFit/>
          </a:bodyPr>
          <a:lstStyle/>
          <a:p>
            <a:r>
              <a:rPr lang="en-US" sz="1100" dirty="0">
                <a:solidFill>
                  <a:schemeClr val="bg1"/>
                </a:solidFill>
                <a:latin typeface="Montserrat" panose="00000500000000000000" pitchFamily="2" charset="0"/>
              </a:rPr>
              <a:t>*Figure generated by ChatGPT</a:t>
            </a:r>
          </a:p>
        </p:txBody>
      </p:sp>
    </p:spTree>
    <p:extLst>
      <p:ext uri="{BB962C8B-B14F-4D97-AF65-F5344CB8AC3E}">
        <p14:creationId xmlns:p14="http://schemas.microsoft.com/office/powerpoint/2010/main" val="3539204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26386071-F6E2-6CC6-E9E3-3BE9631A7613}"/>
            </a:ext>
          </a:extLst>
        </p:cNvPr>
        <p:cNvGrpSpPr/>
        <p:nvPr/>
      </p:nvGrpSpPr>
      <p:grpSpPr>
        <a:xfrm>
          <a:off x="0" y="0"/>
          <a:ext cx="0" cy="0"/>
          <a:chOff x="0" y="0"/>
          <a:chExt cx="0" cy="0"/>
        </a:xfrm>
      </p:grpSpPr>
      <p:sp>
        <p:nvSpPr>
          <p:cNvPr id="235" name="Google Shape;235;p36">
            <a:extLst>
              <a:ext uri="{FF2B5EF4-FFF2-40B4-BE49-F238E27FC236}">
                <a16:creationId xmlns:a16="http://schemas.microsoft.com/office/drawing/2014/main" id="{E238348B-4ED8-F471-E3E0-678EF1BC75B0}"/>
              </a:ext>
            </a:extLst>
          </p:cNvPr>
          <p:cNvSpPr txBox="1">
            <a:spLocks noGrp="1"/>
          </p:cNvSpPr>
          <p:nvPr>
            <p:ph type="title"/>
          </p:nvPr>
        </p:nvSpPr>
        <p:spPr>
          <a:xfrm>
            <a:off x="334491" y="290811"/>
            <a:ext cx="7708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Training a model from scratch</a:t>
            </a:r>
            <a:endParaRPr sz="2400" dirty="0"/>
          </a:p>
        </p:txBody>
      </p:sp>
      <p:pic>
        <p:nvPicPr>
          <p:cNvPr id="3" name="Picture 2">
            <a:extLst>
              <a:ext uri="{FF2B5EF4-FFF2-40B4-BE49-F238E27FC236}">
                <a16:creationId xmlns:a16="http://schemas.microsoft.com/office/drawing/2014/main" id="{28216990-ED69-6521-9A43-332B2A0E67FD}"/>
              </a:ext>
            </a:extLst>
          </p:cNvPr>
          <p:cNvPicPr>
            <a:picLocks noChangeAspect="1"/>
          </p:cNvPicPr>
          <p:nvPr/>
        </p:nvPicPr>
        <p:blipFill>
          <a:blip r:embed="rId3"/>
          <a:stretch>
            <a:fillRect/>
          </a:stretch>
        </p:blipFill>
        <p:spPr>
          <a:xfrm>
            <a:off x="752763" y="1180317"/>
            <a:ext cx="3217556" cy="3224273"/>
          </a:xfrm>
          <a:prstGeom prst="rect">
            <a:avLst/>
          </a:prstGeom>
        </p:spPr>
      </p:pic>
      <p:sp>
        <p:nvSpPr>
          <p:cNvPr id="4" name="TextBox 3">
            <a:extLst>
              <a:ext uri="{FF2B5EF4-FFF2-40B4-BE49-F238E27FC236}">
                <a16:creationId xmlns:a16="http://schemas.microsoft.com/office/drawing/2014/main" id="{5AC8E0B0-AEEB-596F-B720-7D44FA78A4CC}"/>
              </a:ext>
            </a:extLst>
          </p:cNvPr>
          <p:cNvSpPr txBox="1"/>
          <p:nvPr/>
        </p:nvSpPr>
        <p:spPr>
          <a:xfrm>
            <a:off x="4618183" y="1833086"/>
            <a:ext cx="3459017" cy="1477328"/>
          </a:xfrm>
          <a:prstGeom prst="rect">
            <a:avLst/>
          </a:prstGeom>
          <a:noFill/>
        </p:spPr>
        <p:txBody>
          <a:bodyPr wrap="square">
            <a:spAutoFit/>
          </a:bodyPr>
          <a:lstStyle/>
          <a:p>
            <a:r>
              <a:rPr lang="en-US" sz="1800" b="1" dirty="0">
                <a:solidFill>
                  <a:srgbClr val="FF0000"/>
                </a:solidFill>
                <a:latin typeface="Montserrat" panose="00000500000000000000" pitchFamily="2" charset="0"/>
              </a:rPr>
              <a:t>Kinda Failed !!</a:t>
            </a:r>
          </a:p>
          <a:p>
            <a:r>
              <a:rPr lang="en-US" sz="1800" b="1" dirty="0">
                <a:solidFill>
                  <a:srgbClr val="FF0000"/>
                </a:solidFill>
                <a:latin typeface="Montserrat" panose="00000500000000000000" pitchFamily="2" charset="0"/>
              </a:rPr>
              <a:t>The model wasn’t able to extract the features well due to the small size of the defects</a:t>
            </a:r>
          </a:p>
        </p:txBody>
      </p:sp>
    </p:spTree>
    <p:extLst>
      <p:ext uri="{BB962C8B-B14F-4D97-AF65-F5344CB8AC3E}">
        <p14:creationId xmlns:p14="http://schemas.microsoft.com/office/powerpoint/2010/main" val="3566721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6E76FCF2-DBC2-6E6C-E24F-D7E955EE92D0}"/>
            </a:ext>
          </a:extLst>
        </p:cNvPr>
        <p:cNvGrpSpPr/>
        <p:nvPr/>
      </p:nvGrpSpPr>
      <p:grpSpPr>
        <a:xfrm>
          <a:off x="0" y="0"/>
          <a:ext cx="0" cy="0"/>
          <a:chOff x="0" y="0"/>
          <a:chExt cx="0" cy="0"/>
        </a:xfrm>
      </p:grpSpPr>
      <p:sp>
        <p:nvSpPr>
          <p:cNvPr id="235" name="Google Shape;235;p36">
            <a:extLst>
              <a:ext uri="{FF2B5EF4-FFF2-40B4-BE49-F238E27FC236}">
                <a16:creationId xmlns:a16="http://schemas.microsoft.com/office/drawing/2014/main" id="{6062CB5A-E2B6-3D52-719A-B0FB0FF0E50B}"/>
              </a:ext>
            </a:extLst>
          </p:cNvPr>
          <p:cNvSpPr txBox="1">
            <a:spLocks noGrp="1"/>
          </p:cNvSpPr>
          <p:nvPr>
            <p:ph type="title"/>
          </p:nvPr>
        </p:nvSpPr>
        <p:spPr>
          <a:xfrm>
            <a:off x="334491" y="290811"/>
            <a:ext cx="7708200" cy="572700"/>
          </a:xfrm>
          <a:prstGeom prst="rect">
            <a:avLst/>
          </a:prstGeom>
        </p:spPr>
        <p:txBody>
          <a:bodyPr spcFirstLastPara="1" wrap="square" lIns="91425" tIns="91425" rIns="91425" bIns="91425" anchor="t" anchorCtr="0">
            <a:noAutofit/>
          </a:bodyPr>
          <a:lstStyle/>
          <a:p>
            <a:pPr lvl="0" algn="l"/>
            <a:r>
              <a:rPr lang="en" sz="2400" dirty="0"/>
              <a:t>Training a model with a ResNet backbone</a:t>
            </a:r>
            <a:endParaRPr sz="2400" dirty="0"/>
          </a:p>
        </p:txBody>
      </p:sp>
      <p:sp>
        <p:nvSpPr>
          <p:cNvPr id="16" name="TextBox 15">
            <a:extLst>
              <a:ext uri="{FF2B5EF4-FFF2-40B4-BE49-F238E27FC236}">
                <a16:creationId xmlns:a16="http://schemas.microsoft.com/office/drawing/2014/main" id="{051E27FB-3BA7-C4D6-B656-56D61BA75F92}"/>
              </a:ext>
            </a:extLst>
          </p:cNvPr>
          <p:cNvSpPr txBox="1"/>
          <p:nvPr/>
        </p:nvSpPr>
        <p:spPr>
          <a:xfrm>
            <a:off x="6669464" y="4852689"/>
            <a:ext cx="2370842" cy="261610"/>
          </a:xfrm>
          <a:prstGeom prst="rect">
            <a:avLst/>
          </a:prstGeom>
          <a:noFill/>
        </p:spPr>
        <p:txBody>
          <a:bodyPr wrap="square">
            <a:spAutoFit/>
          </a:bodyPr>
          <a:lstStyle/>
          <a:p>
            <a:r>
              <a:rPr lang="en-US" sz="1100" dirty="0">
                <a:solidFill>
                  <a:schemeClr val="bg1"/>
                </a:solidFill>
                <a:latin typeface="Montserrat" panose="00000500000000000000" pitchFamily="2" charset="0"/>
              </a:rPr>
              <a:t>*Figure generated by ChatGPT</a:t>
            </a:r>
          </a:p>
        </p:txBody>
      </p:sp>
      <p:sp>
        <p:nvSpPr>
          <p:cNvPr id="20" name="TextBox 19">
            <a:extLst>
              <a:ext uri="{FF2B5EF4-FFF2-40B4-BE49-F238E27FC236}">
                <a16:creationId xmlns:a16="http://schemas.microsoft.com/office/drawing/2014/main" id="{77ADF828-29C9-080A-9D77-7E369473304B}"/>
              </a:ext>
            </a:extLst>
          </p:cNvPr>
          <p:cNvSpPr txBox="1"/>
          <p:nvPr/>
        </p:nvSpPr>
        <p:spPr>
          <a:xfrm>
            <a:off x="5539436" y="1052463"/>
            <a:ext cx="3114370" cy="276999"/>
          </a:xfrm>
          <a:prstGeom prst="rect">
            <a:avLst/>
          </a:prstGeom>
          <a:noFill/>
        </p:spPr>
        <p:txBody>
          <a:bodyPr wrap="square">
            <a:spAutoFit/>
          </a:bodyPr>
          <a:lstStyle/>
          <a:p>
            <a:r>
              <a:rPr lang="en-US" sz="1200" b="1" dirty="0">
                <a:solidFill>
                  <a:schemeClr val="accent1"/>
                </a:solidFill>
                <a:latin typeface="Montserrat" panose="00000500000000000000" pitchFamily="2" charset="0"/>
              </a:rPr>
              <a:t>Loss Function Design</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3485EB7-6F0D-1040-2B44-7F95880400A1}"/>
                  </a:ext>
                </a:extLst>
              </p:cNvPr>
              <p:cNvSpPr txBox="1"/>
              <p:nvPr/>
            </p:nvSpPr>
            <p:spPr>
              <a:xfrm>
                <a:off x="6283170" y="1462016"/>
                <a:ext cx="1759521" cy="2327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𝑜𝑏𝑗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𝑐𝑙𝑠</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𝑏𝑜𝑥</m:t>
                          </m:r>
                        </m:sub>
                      </m:sSub>
                    </m:oMath>
                  </m:oMathPara>
                </a14:m>
                <a:endParaRPr lang="en-US" dirty="0"/>
              </a:p>
            </p:txBody>
          </p:sp>
        </mc:Choice>
        <mc:Fallback xmlns="">
          <p:sp>
            <p:nvSpPr>
              <p:cNvPr id="23" name="TextBox 22">
                <a:extLst>
                  <a:ext uri="{FF2B5EF4-FFF2-40B4-BE49-F238E27FC236}">
                    <a16:creationId xmlns:a16="http://schemas.microsoft.com/office/drawing/2014/main" id="{83485EB7-6F0D-1040-2B44-7F95880400A1}"/>
                  </a:ext>
                </a:extLst>
              </p:cNvPr>
              <p:cNvSpPr txBox="1">
                <a:spLocks noRot="1" noChangeAspect="1" noMove="1" noResize="1" noEditPoints="1" noAdjustHandles="1" noChangeArrowheads="1" noChangeShapeType="1" noTextEdit="1"/>
              </p:cNvSpPr>
              <p:nvPr/>
            </p:nvSpPr>
            <p:spPr>
              <a:xfrm>
                <a:off x="6283170" y="1462016"/>
                <a:ext cx="1759521" cy="232756"/>
              </a:xfrm>
              <a:prstGeom prst="rect">
                <a:avLst/>
              </a:prstGeom>
              <a:blipFill>
                <a:blip r:embed="rId3"/>
                <a:stretch>
                  <a:fillRect l="-1736" b="-23684"/>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A2C65759-FAF8-4ADC-EE25-8C0492420F7A}"/>
              </a:ext>
            </a:extLst>
          </p:cNvPr>
          <p:cNvSpPr txBox="1"/>
          <p:nvPr/>
        </p:nvSpPr>
        <p:spPr>
          <a:xfrm>
            <a:off x="5539436" y="2132783"/>
            <a:ext cx="3114370" cy="1015663"/>
          </a:xfrm>
          <a:prstGeom prst="rect">
            <a:avLst/>
          </a:prstGeom>
          <a:noFill/>
        </p:spPr>
        <p:txBody>
          <a:bodyPr wrap="square">
            <a:spAutoFit/>
          </a:bodyPr>
          <a:lstStyle/>
          <a:p>
            <a:pPr>
              <a:buNone/>
            </a:pPr>
            <a:r>
              <a:rPr lang="en-US" sz="1200" b="1" dirty="0">
                <a:solidFill>
                  <a:schemeClr val="accent1"/>
                </a:solidFill>
                <a:latin typeface="Montserrat" panose="00000500000000000000" pitchFamily="2" charset="0"/>
              </a:rPr>
              <a:t>Where</a:t>
            </a:r>
          </a:p>
          <a:p>
            <a:pPr>
              <a:buNone/>
            </a:pPr>
            <a:endParaRPr lang="en-US" sz="1200" b="1" dirty="0">
              <a:solidFill>
                <a:schemeClr val="accent1"/>
              </a:solidFill>
              <a:latin typeface="Montserrat" panose="00000500000000000000" pitchFamily="2" charset="0"/>
            </a:endParaRPr>
          </a:p>
          <a:p>
            <a:pPr marL="171450" indent="-171450">
              <a:buFont typeface="Arial" panose="020B0604020202020204" pitchFamily="34" charset="0"/>
              <a:buChar char="•"/>
            </a:pPr>
            <a:r>
              <a:rPr lang="en-US" sz="1200" dirty="0" err="1">
                <a:latin typeface="Montserrat" panose="00000500000000000000" pitchFamily="2" charset="0"/>
              </a:rPr>
              <a:t>Objectness</a:t>
            </a:r>
            <a:r>
              <a:rPr lang="en-US" sz="1200" dirty="0">
                <a:latin typeface="Montserrat" panose="00000500000000000000" pitchFamily="2" charset="0"/>
              </a:rPr>
              <a:t> Loss: </a:t>
            </a:r>
            <a:r>
              <a:rPr lang="en-US" sz="1200" dirty="0" err="1">
                <a:latin typeface="Montserrat" panose="00000500000000000000" pitchFamily="2" charset="0"/>
              </a:rPr>
              <a:t>BCEWithLogits</a:t>
            </a:r>
            <a:r>
              <a:rPr lang="en-US" sz="1200" dirty="0">
                <a:latin typeface="Montserrat" panose="00000500000000000000" pitchFamily="2" charset="0"/>
              </a:rPr>
              <a:t> </a:t>
            </a:r>
          </a:p>
          <a:p>
            <a:pPr marL="171450" indent="-171450">
              <a:buFont typeface="Arial" panose="020B0604020202020204" pitchFamily="34" charset="0"/>
              <a:buChar char="•"/>
            </a:pPr>
            <a:r>
              <a:rPr lang="en-US" sz="1200" dirty="0">
                <a:latin typeface="Montserrat" panose="00000500000000000000" pitchFamily="2" charset="0"/>
              </a:rPr>
              <a:t>Classification Loss: Cross Entropy </a:t>
            </a:r>
          </a:p>
          <a:p>
            <a:pPr marL="171450" indent="-171450">
              <a:buFont typeface="Arial" panose="020B0604020202020204" pitchFamily="34" charset="0"/>
              <a:buChar char="•"/>
            </a:pPr>
            <a:r>
              <a:rPr lang="en-US" sz="1200" dirty="0">
                <a:latin typeface="Montserrat" panose="00000500000000000000" pitchFamily="2" charset="0"/>
              </a:rPr>
              <a:t>Localization Loss: Smooth L1</a:t>
            </a:r>
          </a:p>
        </p:txBody>
      </p:sp>
      <p:sp>
        <p:nvSpPr>
          <p:cNvPr id="31" name="TextBox 30">
            <a:extLst>
              <a:ext uri="{FF2B5EF4-FFF2-40B4-BE49-F238E27FC236}">
                <a16:creationId xmlns:a16="http://schemas.microsoft.com/office/drawing/2014/main" id="{692DDC30-A932-2BF6-C42D-AFB527C5D8D2}"/>
              </a:ext>
            </a:extLst>
          </p:cNvPr>
          <p:cNvSpPr txBox="1"/>
          <p:nvPr/>
        </p:nvSpPr>
        <p:spPr>
          <a:xfrm>
            <a:off x="5539436" y="3281000"/>
            <a:ext cx="3114370" cy="830997"/>
          </a:xfrm>
          <a:prstGeom prst="rect">
            <a:avLst/>
          </a:prstGeom>
          <a:noFill/>
        </p:spPr>
        <p:txBody>
          <a:bodyPr wrap="square">
            <a:spAutoFit/>
          </a:bodyPr>
          <a:lstStyle/>
          <a:p>
            <a:pPr>
              <a:buNone/>
            </a:pPr>
            <a:r>
              <a:rPr lang="en-US" sz="1200" b="1" dirty="0">
                <a:solidFill>
                  <a:schemeClr val="accent1"/>
                </a:solidFill>
                <a:latin typeface="Montserrat" panose="00000500000000000000" pitchFamily="2" charset="0"/>
              </a:rPr>
              <a:t>Data Augmentation</a:t>
            </a:r>
          </a:p>
          <a:p>
            <a:pPr>
              <a:buNone/>
            </a:pPr>
            <a:endParaRPr lang="en-US" sz="1200" b="1" dirty="0">
              <a:latin typeface="Montserrat" panose="00000500000000000000" pitchFamily="2" charset="0"/>
            </a:endParaRPr>
          </a:p>
          <a:p>
            <a:pPr marL="171450" indent="-171450">
              <a:buFont typeface="Arial" panose="020B0604020202020204" pitchFamily="34" charset="0"/>
              <a:buChar char="•"/>
            </a:pPr>
            <a:r>
              <a:rPr lang="en-US" sz="1200" dirty="0">
                <a:latin typeface="Montserrat" panose="00000500000000000000" pitchFamily="2" charset="0"/>
              </a:rPr>
              <a:t>Horizontal Flip </a:t>
            </a:r>
          </a:p>
          <a:p>
            <a:pPr marL="171450" indent="-171450">
              <a:buFont typeface="Arial" panose="020B0604020202020204" pitchFamily="34" charset="0"/>
              <a:buChar char="•"/>
            </a:pPr>
            <a:r>
              <a:rPr lang="en-US" sz="1200" dirty="0">
                <a:latin typeface="Montserrat" panose="00000500000000000000" pitchFamily="2" charset="0"/>
              </a:rPr>
              <a:t>Vertical Flip </a:t>
            </a:r>
          </a:p>
        </p:txBody>
      </p:sp>
      <p:sp>
        <p:nvSpPr>
          <p:cNvPr id="37" name="TextBox 36">
            <a:extLst>
              <a:ext uri="{FF2B5EF4-FFF2-40B4-BE49-F238E27FC236}">
                <a16:creationId xmlns:a16="http://schemas.microsoft.com/office/drawing/2014/main" id="{D5322088-6F87-88B6-394D-229E5EC3C00E}"/>
              </a:ext>
            </a:extLst>
          </p:cNvPr>
          <p:cNvSpPr txBox="1"/>
          <p:nvPr/>
        </p:nvSpPr>
        <p:spPr>
          <a:xfrm>
            <a:off x="334491" y="4417719"/>
            <a:ext cx="3114370" cy="253916"/>
          </a:xfrm>
          <a:prstGeom prst="rect">
            <a:avLst/>
          </a:prstGeom>
          <a:noFill/>
        </p:spPr>
        <p:txBody>
          <a:bodyPr wrap="square">
            <a:spAutoFit/>
          </a:bodyPr>
          <a:lstStyle/>
          <a:p>
            <a:r>
              <a:rPr lang="en-US" sz="1050" b="1" dirty="0">
                <a:solidFill>
                  <a:schemeClr val="accent1"/>
                </a:solidFill>
                <a:latin typeface="Montserrat" panose="00000500000000000000" pitchFamily="2" charset="0"/>
              </a:rPr>
              <a:t>Number of parameters: 22,893,899</a:t>
            </a:r>
          </a:p>
        </p:txBody>
      </p:sp>
      <p:pic>
        <p:nvPicPr>
          <p:cNvPr id="3" name="Picture 2">
            <a:extLst>
              <a:ext uri="{FF2B5EF4-FFF2-40B4-BE49-F238E27FC236}">
                <a16:creationId xmlns:a16="http://schemas.microsoft.com/office/drawing/2014/main" id="{B819F15C-28DB-99B4-F5C1-1C0B262D667A}"/>
              </a:ext>
            </a:extLst>
          </p:cNvPr>
          <p:cNvPicPr>
            <a:picLocks noChangeAspect="1"/>
          </p:cNvPicPr>
          <p:nvPr/>
        </p:nvPicPr>
        <p:blipFill>
          <a:blip r:embed="rId4"/>
          <a:srcRect/>
          <a:stretch/>
        </p:blipFill>
        <p:spPr>
          <a:xfrm>
            <a:off x="334491" y="926859"/>
            <a:ext cx="4282862" cy="3427512"/>
          </a:xfrm>
          <a:prstGeom prst="rect">
            <a:avLst/>
          </a:prstGeom>
        </p:spPr>
      </p:pic>
    </p:spTree>
    <p:extLst>
      <p:ext uri="{BB962C8B-B14F-4D97-AF65-F5344CB8AC3E}">
        <p14:creationId xmlns:p14="http://schemas.microsoft.com/office/powerpoint/2010/main" val="2888682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47BF6DE8-E3ED-368C-2E94-055FE706A51E}"/>
            </a:ext>
          </a:extLst>
        </p:cNvPr>
        <p:cNvGrpSpPr/>
        <p:nvPr/>
      </p:nvGrpSpPr>
      <p:grpSpPr>
        <a:xfrm>
          <a:off x="0" y="0"/>
          <a:ext cx="0" cy="0"/>
          <a:chOff x="0" y="0"/>
          <a:chExt cx="0" cy="0"/>
        </a:xfrm>
      </p:grpSpPr>
      <p:sp>
        <p:nvSpPr>
          <p:cNvPr id="235" name="Google Shape;235;p36">
            <a:extLst>
              <a:ext uri="{FF2B5EF4-FFF2-40B4-BE49-F238E27FC236}">
                <a16:creationId xmlns:a16="http://schemas.microsoft.com/office/drawing/2014/main" id="{A3D5E4F5-F015-CDF4-A372-E82D6C76FF7F}"/>
              </a:ext>
            </a:extLst>
          </p:cNvPr>
          <p:cNvSpPr txBox="1">
            <a:spLocks noGrp="1"/>
          </p:cNvSpPr>
          <p:nvPr>
            <p:ph type="title"/>
          </p:nvPr>
        </p:nvSpPr>
        <p:spPr>
          <a:xfrm>
            <a:off x="334491" y="290811"/>
            <a:ext cx="7708200" cy="572700"/>
          </a:xfrm>
          <a:prstGeom prst="rect">
            <a:avLst/>
          </a:prstGeom>
        </p:spPr>
        <p:txBody>
          <a:bodyPr spcFirstLastPara="1" wrap="square" lIns="91425" tIns="91425" rIns="91425" bIns="91425" anchor="t" anchorCtr="0">
            <a:noAutofit/>
          </a:bodyPr>
          <a:lstStyle/>
          <a:p>
            <a:pPr lvl="0" algn="l"/>
            <a:r>
              <a:rPr lang="en" sz="2400" dirty="0"/>
              <a:t>Training a model with a ResNet backbone</a:t>
            </a:r>
            <a:endParaRPr sz="2400" dirty="0"/>
          </a:p>
        </p:txBody>
      </p:sp>
      <p:graphicFrame>
        <p:nvGraphicFramePr>
          <p:cNvPr id="2" name="Table 1">
            <a:extLst>
              <a:ext uri="{FF2B5EF4-FFF2-40B4-BE49-F238E27FC236}">
                <a16:creationId xmlns:a16="http://schemas.microsoft.com/office/drawing/2014/main" id="{340D9A2D-9CA9-5762-FAA4-70F766C683D0}"/>
              </a:ext>
            </a:extLst>
          </p:cNvPr>
          <p:cNvGraphicFramePr>
            <a:graphicFrameLocks noGrp="1"/>
          </p:cNvGraphicFramePr>
          <p:nvPr>
            <p:extLst>
              <p:ext uri="{D42A27DB-BD31-4B8C-83A1-F6EECF244321}">
                <p14:modId xmlns:p14="http://schemas.microsoft.com/office/powerpoint/2010/main" val="1137720217"/>
              </p:ext>
            </p:extLst>
          </p:nvPr>
        </p:nvGraphicFramePr>
        <p:xfrm>
          <a:off x="334491" y="1671305"/>
          <a:ext cx="2801506" cy="1950720"/>
        </p:xfrm>
        <a:graphic>
          <a:graphicData uri="http://schemas.openxmlformats.org/drawingml/2006/table">
            <a:tbl>
              <a:tblPr/>
              <a:tblGrid>
                <a:gridCol w="1400753">
                  <a:extLst>
                    <a:ext uri="{9D8B030D-6E8A-4147-A177-3AD203B41FA5}">
                      <a16:colId xmlns:a16="http://schemas.microsoft.com/office/drawing/2014/main" val="3922618209"/>
                    </a:ext>
                  </a:extLst>
                </a:gridCol>
                <a:gridCol w="1400753">
                  <a:extLst>
                    <a:ext uri="{9D8B030D-6E8A-4147-A177-3AD203B41FA5}">
                      <a16:colId xmlns:a16="http://schemas.microsoft.com/office/drawing/2014/main" val="4124023602"/>
                    </a:ext>
                  </a:extLst>
                </a:gridCol>
              </a:tblGrid>
              <a:tr h="0">
                <a:tc>
                  <a:txBody>
                    <a:bodyPr/>
                    <a:lstStyle/>
                    <a:p>
                      <a:pPr>
                        <a:buNone/>
                      </a:pPr>
                      <a:r>
                        <a:rPr lang="en-US" dirty="0">
                          <a:latin typeface="Montserrat" panose="00000500000000000000" pitchFamily="2" charset="0"/>
                        </a:rPr>
                        <a:t>Metric</a:t>
                      </a:r>
                    </a:p>
                  </a:txBody>
                  <a:tcPr anchor="ctr">
                    <a:lnL>
                      <a:noFill/>
                    </a:lnL>
                    <a:lnR>
                      <a:noFill/>
                    </a:lnR>
                    <a:lnT>
                      <a:noFill/>
                    </a:lnT>
                    <a:lnB>
                      <a:noFill/>
                    </a:lnB>
                    <a:noFill/>
                  </a:tcPr>
                </a:tc>
                <a:tc>
                  <a:txBody>
                    <a:bodyPr/>
                    <a:lstStyle/>
                    <a:p>
                      <a:pPr algn="r">
                        <a:buNone/>
                      </a:pPr>
                      <a:r>
                        <a:rPr lang="en-US">
                          <a:latin typeface="Montserrat" panose="00000500000000000000" pitchFamily="2" charset="0"/>
                        </a:rPr>
                        <a:t>Value</a:t>
                      </a:r>
                    </a:p>
                  </a:txBody>
                  <a:tcPr anchor="ctr">
                    <a:lnL>
                      <a:noFill/>
                    </a:lnL>
                    <a:lnR>
                      <a:noFill/>
                    </a:lnR>
                    <a:lnT>
                      <a:noFill/>
                    </a:lnT>
                    <a:lnB>
                      <a:noFill/>
                    </a:lnB>
                    <a:noFill/>
                  </a:tcPr>
                </a:tc>
                <a:extLst>
                  <a:ext uri="{0D108BD9-81ED-4DB2-BD59-A6C34878D82A}">
                    <a16:rowId xmlns:a16="http://schemas.microsoft.com/office/drawing/2014/main" val="3064485285"/>
                  </a:ext>
                </a:extLst>
              </a:tr>
              <a:tr h="0">
                <a:tc>
                  <a:txBody>
                    <a:bodyPr/>
                    <a:lstStyle/>
                    <a:p>
                      <a:pPr>
                        <a:buNone/>
                      </a:pPr>
                      <a:r>
                        <a:rPr lang="en-US" dirty="0">
                          <a:latin typeface="Montserrat" panose="00000500000000000000" pitchFamily="2" charset="0"/>
                        </a:rPr>
                        <a:t>Precision*</a:t>
                      </a:r>
                    </a:p>
                  </a:txBody>
                  <a:tcPr anchor="ctr">
                    <a:lnL>
                      <a:noFill/>
                    </a:lnL>
                    <a:lnR>
                      <a:noFill/>
                    </a:lnR>
                    <a:lnT>
                      <a:noFill/>
                    </a:lnT>
                    <a:lnB>
                      <a:noFill/>
                    </a:lnB>
                    <a:noFill/>
                  </a:tcPr>
                </a:tc>
                <a:tc>
                  <a:txBody>
                    <a:bodyPr/>
                    <a:lstStyle/>
                    <a:p>
                      <a:pPr algn="r">
                        <a:buNone/>
                      </a:pPr>
                      <a:r>
                        <a:rPr lang="en-US" dirty="0">
                          <a:latin typeface="Montserrat" panose="00000500000000000000" pitchFamily="2" charset="0"/>
                        </a:rPr>
                        <a:t>78.14%</a:t>
                      </a:r>
                    </a:p>
                  </a:txBody>
                  <a:tcPr anchor="ctr">
                    <a:lnL>
                      <a:noFill/>
                    </a:lnL>
                    <a:lnR>
                      <a:noFill/>
                    </a:lnR>
                    <a:lnT>
                      <a:noFill/>
                    </a:lnT>
                    <a:lnB>
                      <a:noFill/>
                    </a:lnB>
                    <a:noFill/>
                  </a:tcPr>
                </a:tc>
                <a:extLst>
                  <a:ext uri="{0D108BD9-81ED-4DB2-BD59-A6C34878D82A}">
                    <a16:rowId xmlns:a16="http://schemas.microsoft.com/office/drawing/2014/main" val="3216639183"/>
                  </a:ext>
                </a:extLst>
              </a:tr>
              <a:tr h="0">
                <a:tc>
                  <a:txBody>
                    <a:bodyPr/>
                    <a:lstStyle/>
                    <a:p>
                      <a:pPr>
                        <a:buNone/>
                      </a:pPr>
                      <a:r>
                        <a:rPr lang="en-US" dirty="0">
                          <a:latin typeface="Montserrat" panose="00000500000000000000" pitchFamily="2" charset="0"/>
                        </a:rPr>
                        <a:t>Recall**</a:t>
                      </a:r>
                    </a:p>
                  </a:txBody>
                  <a:tcPr anchor="ctr">
                    <a:lnL>
                      <a:noFill/>
                    </a:lnL>
                    <a:lnR>
                      <a:noFill/>
                    </a:lnR>
                    <a:lnT>
                      <a:noFill/>
                    </a:lnT>
                    <a:lnB>
                      <a:noFill/>
                    </a:lnB>
                    <a:noFill/>
                  </a:tcPr>
                </a:tc>
                <a:tc>
                  <a:txBody>
                    <a:bodyPr/>
                    <a:lstStyle/>
                    <a:p>
                      <a:pPr algn="r">
                        <a:buNone/>
                      </a:pPr>
                      <a:r>
                        <a:rPr lang="en-US" sz="1400" b="0" i="0" u="none" strike="noStrike" cap="none" dirty="0">
                          <a:solidFill>
                            <a:schemeClr val="tx1"/>
                          </a:solidFill>
                          <a:effectLst/>
                          <a:latin typeface="Montserrat" panose="00000500000000000000" pitchFamily="2" charset="0"/>
                          <a:ea typeface="+mn-ea"/>
                          <a:cs typeface="+mn-cs"/>
                          <a:sym typeface="Arial"/>
                        </a:rPr>
                        <a:t>75.17%</a:t>
                      </a:r>
                      <a:endParaRPr lang="en-US" dirty="0">
                        <a:latin typeface="Montserrat" panose="00000500000000000000" pitchFamily="2" charset="0"/>
                      </a:endParaRPr>
                    </a:p>
                  </a:txBody>
                  <a:tcPr anchor="ctr">
                    <a:lnL>
                      <a:noFill/>
                    </a:lnL>
                    <a:lnR>
                      <a:noFill/>
                    </a:lnR>
                    <a:lnT>
                      <a:noFill/>
                    </a:lnT>
                    <a:lnB>
                      <a:noFill/>
                    </a:lnB>
                    <a:noFill/>
                  </a:tcPr>
                </a:tc>
                <a:extLst>
                  <a:ext uri="{0D108BD9-81ED-4DB2-BD59-A6C34878D82A}">
                    <a16:rowId xmlns:a16="http://schemas.microsoft.com/office/drawing/2014/main" val="389882882"/>
                  </a:ext>
                </a:extLst>
              </a:tr>
              <a:tr h="0">
                <a:tc>
                  <a:txBody>
                    <a:bodyPr/>
                    <a:lstStyle/>
                    <a:p>
                      <a:pPr>
                        <a:buNone/>
                      </a:pPr>
                      <a:r>
                        <a:rPr lang="en-US" dirty="0">
                          <a:latin typeface="Montserrat" panose="00000500000000000000" pitchFamily="2" charset="0"/>
                        </a:rPr>
                        <a:t>F1</a:t>
                      </a:r>
                    </a:p>
                  </a:txBody>
                  <a:tcPr anchor="ctr">
                    <a:lnL>
                      <a:noFill/>
                    </a:lnL>
                    <a:lnR>
                      <a:noFill/>
                    </a:lnR>
                    <a:lnT>
                      <a:noFill/>
                    </a:lnT>
                    <a:lnB>
                      <a:noFill/>
                    </a:lnB>
                    <a:noFill/>
                  </a:tcPr>
                </a:tc>
                <a:tc>
                  <a:txBody>
                    <a:bodyPr/>
                    <a:lstStyle/>
                    <a:p>
                      <a:pPr algn="r">
                        <a:buNone/>
                      </a:pPr>
                      <a:r>
                        <a:rPr lang="en-US" dirty="0">
                          <a:latin typeface="Montserrat" panose="00000500000000000000" pitchFamily="2" charset="0"/>
                        </a:rPr>
                        <a:t>76.63%</a:t>
                      </a:r>
                    </a:p>
                  </a:txBody>
                  <a:tcPr anchor="ctr">
                    <a:lnL>
                      <a:noFill/>
                    </a:lnL>
                    <a:lnR>
                      <a:noFill/>
                    </a:lnR>
                    <a:lnT>
                      <a:noFill/>
                    </a:lnT>
                    <a:lnB>
                      <a:noFill/>
                    </a:lnB>
                    <a:noFill/>
                  </a:tcPr>
                </a:tc>
                <a:extLst>
                  <a:ext uri="{0D108BD9-81ED-4DB2-BD59-A6C34878D82A}">
                    <a16:rowId xmlns:a16="http://schemas.microsoft.com/office/drawing/2014/main" val="3156585737"/>
                  </a:ext>
                </a:extLst>
              </a:tr>
              <a:tr h="0">
                <a:tc>
                  <a:txBody>
                    <a:bodyPr/>
                    <a:lstStyle/>
                    <a:p>
                      <a:pPr>
                        <a:buNone/>
                      </a:pPr>
                      <a:r>
                        <a:rPr lang="en-US" dirty="0">
                          <a:latin typeface="Montserrat" panose="00000500000000000000" pitchFamily="2" charset="0"/>
                        </a:rPr>
                        <a:t>Image Classification Accuracy***</a:t>
                      </a:r>
                    </a:p>
                  </a:txBody>
                  <a:tcPr anchor="ctr">
                    <a:lnL>
                      <a:noFill/>
                    </a:lnL>
                    <a:lnR>
                      <a:noFill/>
                    </a:lnR>
                    <a:lnT>
                      <a:noFill/>
                    </a:lnT>
                    <a:lnB>
                      <a:noFill/>
                    </a:lnB>
                    <a:noFill/>
                  </a:tcPr>
                </a:tc>
                <a:tc>
                  <a:txBody>
                    <a:bodyPr/>
                    <a:lstStyle/>
                    <a:p>
                      <a:pPr algn="r">
                        <a:buNone/>
                      </a:pPr>
                      <a:r>
                        <a:rPr lang="en-US" dirty="0">
                          <a:solidFill>
                            <a:srgbClr val="FF0000"/>
                          </a:solidFill>
                          <a:latin typeface="Montserrat" panose="00000500000000000000" pitchFamily="2" charset="0"/>
                        </a:rPr>
                        <a:t>95.71%</a:t>
                      </a:r>
                    </a:p>
                  </a:txBody>
                  <a:tcPr anchor="ctr">
                    <a:lnL>
                      <a:noFill/>
                    </a:lnL>
                    <a:lnR>
                      <a:noFill/>
                    </a:lnR>
                    <a:lnT>
                      <a:noFill/>
                    </a:lnT>
                    <a:lnB>
                      <a:noFill/>
                    </a:lnB>
                    <a:noFill/>
                  </a:tcPr>
                </a:tc>
                <a:extLst>
                  <a:ext uri="{0D108BD9-81ED-4DB2-BD59-A6C34878D82A}">
                    <a16:rowId xmlns:a16="http://schemas.microsoft.com/office/drawing/2014/main" val="3339222671"/>
                  </a:ext>
                </a:extLst>
              </a:tr>
            </a:tbl>
          </a:graphicData>
        </a:graphic>
      </p:graphicFrame>
      <p:pic>
        <p:nvPicPr>
          <p:cNvPr id="4" name="Picture 3">
            <a:extLst>
              <a:ext uri="{FF2B5EF4-FFF2-40B4-BE49-F238E27FC236}">
                <a16:creationId xmlns:a16="http://schemas.microsoft.com/office/drawing/2014/main" id="{524817A5-D1EE-D138-4296-66E617A94FA4}"/>
              </a:ext>
            </a:extLst>
          </p:cNvPr>
          <p:cNvPicPr>
            <a:picLocks noChangeAspect="1"/>
          </p:cNvPicPr>
          <p:nvPr/>
        </p:nvPicPr>
        <p:blipFill>
          <a:blip r:embed="rId3"/>
          <a:stretch>
            <a:fillRect/>
          </a:stretch>
        </p:blipFill>
        <p:spPr>
          <a:xfrm>
            <a:off x="4024124" y="1671305"/>
            <a:ext cx="2166155" cy="2298700"/>
          </a:xfrm>
          <a:prstGeom prst="rect">
            <a:avLst/>
          </a:prstGeom>
        </p:spPr>
      </p:pic>
      <p:sp>
        <p:nvSpPr>
          <p:cNvPr id="8" name="TextBox 7">
            <a:extLst>
              <a:ext uri="{FF2B5EF4-FFF2-40B4-BE49-F238E27FC236}">
                <a16:creationId xmlns:a16="http://schemas.microsoft.com/office/drawing/2014/main" id="{7F01F562-AC31-D319-D1D3-05D27AF702F5}"/>
              </a:ext>
            </a:extLst>
          </p:cNvPr>
          <p:cNvSpPr txBox="1"/>
          <p:nvPr/>
        </p:nvSpPr>
        <p:spPr>
          <a:xfrm>
            <a:off x="57037" y="4852689"/>
            <a:ext cx="7670690" cy="253916"/>
          </a:xfrm>
          <a:prstGeom prst="rect">
            <a:avLst/>
          </a:prstGeom>
          <a:noFill/>
        </p:spPr>
        <p:txBody>
          <a:bodyPr wrap="none" rtlCol="0">
            <a:spAutoFit/>
          </a:bodyPr>
          <a:lstStyle/>
          <a:p>
            <a:r>
              <a:rPr lang="en-US" sz="1050" dirty="0">
                <a:solidFill>
                  <a:schemeClr val="bg1"/>
                </a:solidFill>
                <a:latin typeface="Montserrat" panose="00000500000000000000" pitchFamily="2" charset="0"/>
              </a:rPr>
              <a:t>***Image Classification Accuracy: How many correct defects are classified in the images despite the localization</a:t>
            </a:r>
          </a:p>
        </p:txBody>
      </p:sp>
      <p:sp>
        <p:nvSpPr>
          <p:cNvPr id="9" name="TextBox 8">
            <a:extLst>
              <a:ext uri="{FF2B5EF4-FFF2-40B4-BE49-F238E27FC236}">
                <a16:creationId xmlns:a16="http://schemas.microsoft.com/office/drawing/2014/main" id="{4EB8C90F-5FBC-C49C-0C37-79D6629D29F1}"/>
              </a:ext>
            </a:extLst>
          </p:cNvPr>
          <p:cNvSpPr txBox="1"/>
          <p:nvPr/>
        </p:nvSpPr>
        <p:spPr>
          <a:xfrm>
            <a:off x="3934739" y="1126117"/>
            <a:ext cx="5209261" cy="338554"/>
          </a:xfrm>
          <a:prstGeom prst="rect">
            <a:avLst/>
          </a:prstGeom>
          <a:noFill/>
        </p:spPr>
        <p:txBody>
          <a:bodyPr wrap="square">
            <a:spAutoFit/>
          </a:bodyPr>
          <a:lstStyle/>
          <a:p>
            <a:r>
              <a:rPr lang="en-US" sz="1600" dirty="0">
                <a:solidFill>
                  <a:srgbClr val="FF0000"/>
                </a:solidFill>
                <a:latin typeface="Montserrat" panose="00000500000000000000" pitchFamily="2" charset="0"/>
              </a:rPr>
              <a:t>But why aren’t precision and recall the best ?</a:t>
            </a:r>
          </a:p>
        </p:txBody>
      </p:sp>
      <p:pic>
        <p:nvPicPr>
          <p:cNvPr id="10" name="Picture 9">
            <a:extLst>
              <a:ext uri="{FF2B5EF4-FFF2-40B4-BE49-F238E27FC236}">
                <a16:creationId xmlns:a16="http://schemas.microsoft.com/office/drawing/2014/main" id="{9D1A28A9-5E6B-C2D6-C9DA-D09154839443}"/>
              </a:ext>
            </a:extLst>
          </p:cNvPr>
          <p:cNvPicPr>
            <a:picLocks noChangeAspect="1"/>
          </p:cNvPicPr>
          <p:nvPr/>
        </p:nvPicPr>
        <p:blipFill>
          <a:blip r:embed="rId3"/>
          <a:srcRect l="12600" t="51898" r="60419" b="24914"/>
          <a:stretch>
            <a:fillRect/>
          </a:stretch>
        </p:blipFill>
        <p:spPr>
          <a:xfrm>
            <a:off x="6490062" y="1791480"/>
            <a:ext cx="2388780" cy="2178525"/>
          </a:xfrm>
          <a:prstGeom prst="rect">
            <a:avLst/>
          </a:prstGeom>
        </p:spPr>
      </p:pic>
      <p:sp>
        <p:nvSpPr>
          <p:cNvPr id="11" name="TextBox 10">
            <a:extLst>
              <a:ext uri="{FF2B5EF4-FFF2-40B4-BE49-F238E27FC236}">
                <a16:creationId xmlns:a16="http://schemas.microsoft.com/office/drawing/2014/main" id="{5EA5E734-910D-19A1-708D-78E8C10E227C}"/>
              </a:ext>
            </a:extLst>
          </p:cNvPr>
          <p:cNvSpPr txBox="1"/>
          <p:nvPr/>
        </p:nvSpPr>
        <p:spPr>
          <a:xfrm>
            <a:off x="3922169" y="4145861"/>
            <a:ext cx="4774057" cy="369332"/>
          </a:xfrm>
          <a:prstGeom prst="rect">
            <a:avLst/>
          </a:prstGeom>
          <a:noFill/>
        </p:spPr>
        <p:txBody>
          <a:bodyPr wrap="square">
            <a:spAutoFit/>
          </a:bodyPr>
          <a:lstStyle/>
          <a:p>
            <a:r>
              <a:rPr lang="en-US" sz="1800" b="1" dirty="0">
                <a:solidFill>
                  <a:schemeClr val="accent1">
                    <a:lumMod val="75000"/>
                    <a:lumOff val="25000"/>
                  </a:schemeClr>
                </a:solidFill>
                <a:latin typeface="Montserrat" panose="00000500000000000000" pitchFamily="2" charset="0"/>
              </a:rPr>
              <a:t>For our goal and project, it’s a success</a:t>
            </a:r>
          </a:p>
        </p:txBody>
      </p:sp>
      <p:sp>
        <p:nvSpPr>
          <p:cNvPr id="3" name="TextBox 2">
            <a:extLst>
              <a:ext uri="{FF2B5EF4-FFF2-40B4-BE49-F238E27FC236}">
                <a16:creationId xmlns:a16="http://schemas.microsoft.com/office/drawing/2014/main" id="{DA3C0AD5-6779-23C4-7512-686F7840BB39}"/>
              </a:ext>
            </a:extLst>
          </p:cNvPr>
          <p:cNvSpPr txBox="1"/>
          <p:nvPr/>
        </p:nvSpPr>
        <p:spPr>
          <a:xfrm>
            <a:off x="91440" y="4330527"/>
            <a:ext cx="2413000" cy="261610"/>
          </a:xfrm>
          <a:prstGeom prst="rect">
            <a:avLst/>
          </a:prstGeom>
          <a:noFill/>
        </p:spPr>
        <p:txBody>
          <a:bodyPr wrap="square">
            <a:spAutoFit/>
          </a:bodyPr>
          <a:lstStyle/>
          <a:p>
            <a:pPr>
              <a:buNone/>
            </a:pPr>
            <a:r>
              <a:rPr lang="en-US" sz="1100" dirty="0">
                <a:latin typeface="Montserrat" panose="00000500000000000000" pitchFamily="2" charset="0"/>
              </a:rPr>
              <a:t>* Precision</a:t>
            </a:r>
            <a:r>
              <a:rPr lang="ar-EG" sz="1100" dirty="0">
                <a:latin typeface="Montserrat" panose="00000500000000000000" pitchFamily="2" charset="0"/>
              </a:rPr>
              <a:t> </a:t>
            </a:r>
            <a:r>
              <a:rPr lang="en-US" sz="1100" dirty="0">
                <a:latin typeface="Montserrat" panose="00000500000000000000" pitchFamily="2" charset="0"/>
              </a:rPr>
              <a:t>=</a:t>
            </a:r>
            <a:r>
              <a:rPr lang="ar-EG" sz="1100" dirty="0">
                <a:latin typeface="Montserrat" panose="00000500000000000000" pitchFamily="2" charset="0"/>
              </a:rPr>
              <a:t> </a:t>
            </a:r>
            <a:r>
              <a:rPr lang="en-US" sz="1100" dirty="0">
                <a:latin typeface="Montserrat" panose="00000500000000000000" pitchFamily="2" charset="0"/>
              </a:rPr>
              <a:t>TP / FP+TP​ </a:t>
            </a:r>
          </a:p>
        </p:txBody>
      </p:sp>
      <p:sp>
        <p:nvSpPr>
          <p:cNvPr id="5" name="TextBox 4">
            <a:extLst>
              <a:ext uri="{FF2B5EF4-FFF2-40B4-BE49-F238E27FC236}">
                <a16:creationId xmlns:a16="http://schemas.microsoft.com/office/drawing/2014/main" id="{E821576B-D8A2-FC68-DE82-57034412BB16}"/>
              </a:ext>
            </a:extLst>
          </p:cNvPr>
          <p:cNvSpPr txBox="1"/>
          <p:nvPr/>
        </p:nvSpPr>
        <p:spPr>
          <a:xfrm>
            <a:off x="91440" y="4515193"/>
            <a:ext cx="2209800" cy="261610"/>
          </a:xfrm>
          <a:prstGeom prst="rect">
            <a:avLst/>
          </a:prstGeom>
          <a:noFill/>
        </p:spPr>
        <p:txBody>
          <a:bodyPr wrap="square">
            <a:spAutoFit/>
          </a:bodyPr>
          <a:lstStyle/>
          <a:p>
            <a:pPr>
              <a:buNone/>
            </a:pPr>
            <a:r>
              <a:rPr lang="en-US" sz="1100" dirty="0">
                <a:latin typeface="Montserrat" panose="00000500000000000000" pitchFamily="2" charset="0"/>
              </a:rPr>
              <a:t>** Recall = TP / FN+TP​ </a:t>
            </a:r>
          </a:p>
        </p:txBody>
      </p:sp>
    </p:spTree>
    <p:extLst>
      <p:ext uri="{BB962C8B-B14F-4D97-AF65-F5344CB8AC3E}">
        <p14:creationId xmlns:p14="http://schemas.microsoft.com/office/powerpoint/2010/main" val="2149712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863F3AF1-53CA-E14B-8F0B-E8347AE29452}"/>
            </a:ext>
          </a:extLst>
        </p:cNvPr>
        <p:cNvGrpSpPr/>
        <p:nvPr/>
      </p:nvGrpSpPr>
      <p:grpSpPr>
        <a:xfrm>
          <a:off x="0" y="0"/>
          <a:ext cx="0" cy="0"/>
          <a:chOff x="0" y="0"/>
          <a:chExt cx="0" cy="0"/>
        </a:xfrm>
      </p:grpSpPr>
      <p:sp>
        <p:nvSpPr>
          <p:cNvPr id="497" name="Google Shape;497;p53">
            <a:extLst>
              <a:ext uri="{FF2B5EF4-FFF2-40B4-BE49-F238E27FC236}">
                <a16:creationId xmlns:a16="http://schemas.microsoft.com/office/drawing/2014/main" id="{50A75A60-4649-E178-5799-2D349BD50C93}"/>
              </a:ext>
            </a:extLst>
          </p:cNvPr>
          <p:cNvSpPr txBox="1">
            <a:spLocks noGrp="1"/>
          </p:cNvSpPr>
          <p:nvPr>
            <p:ph type="title"/>
          </p:nvPr>
        </p:nvSpPr>
        <p:spPr>
          <a:xfrm>
            <a:off x="713375" y="2227050"/>
            <a:ext cx="4462500" cy="841800"/>
          </a:xfrm>
          <a:prstGeom prst="rect">
            <a:avLst/>
          </a:prstGeom>
        </p:spPr>
        <p:txBody>
          <a:bodyPr spcFirstLastPara="1" wrap="square" lIns="91425" tIns="91425" rIns="91425" bIns="91425" anchor="ctr" anchorCtr="0">
            <a:noAutofit/>
          </a:bodyPr>
          <a:lstStyle/>
          <a:p>
            <a:r>
              <a:rPr lang="en"/>
              <a:t>Alternatives</a:t>
            </a:r>
            <a:endParaRPr lang="en" dirty="0"/>
          </a:p>
        </p:txBody>
      </p:sp>
      <p:sp>
        <p:nvSpPr>
          <p:cNvPr id="498" name="Google Shape;498;p53">
            <a:extLst>
              <a:ext uri="{FF2B5EF4-FFF2-40B4-BE49-F238E27FC236}">
                <a16:creationId xmlns:a16="http://schemas.microsoft.com/office/drawing/2014/main" id="{ED2591FF-92B3-8E50-E26C-9F73D8E6DE60}"/>
              </a:ext>
            </a:extLst>
          </p:cNvPr>
          <p:cNvSpPr txBox="1">
            <a:spLocks noGrp="1"/>
          </p:cNvSpPr>
          <p:nvPr>
            <p:ph type="subTitle" idx="1"/>
          </p:nvPr>
        </p:nvSpPr>
        <p:spPr>
          <a:xfrm>
            <a:off x="713225" y="3045375"/>
            <a:ext cx="4462500" cy="678000"/>
          </a:xfrm>
          <a:prstGeom prst="rect">
            <a:avLst/>
          </a:prstGeom>
        </p:spPr>
        <p:txBody>
          <a:bodyPr spcFirstLastPara="1" wrap="square" lIns="91425" tIns="91425" rIns="91425" bIns="91425" anchor="t" anchorCtr="0">
            <a:noAutofit/>
          </a:bodyPr>
          <a:lstStyle/>
          <a:p>
            <a:pPr marL="0" lvl="0" indent="0"/>
            <a:r>
              <a:rPr lang="en" dirty="0"/>
              <a:t>Using YOLOv11 with added blocks</a:t>
            </a:r>
            <a:endParaRPr lang="en-US" dirty="0" err="1"/>
          </a:p>
        </p:txBody>
      </p:sp>
      <p:sp>
        <p:nvSpPr>
          <p:cNvPr id="499" name="Google Shape;499;p53">
            <a:extLst>
              <a:ext uri="{FF2B5EF4-FFF2-40B4-BE49-F238E27FC236}">
                <a16:creationId xmlns:a16="http://schemas.microsoft.com/office/drawing/2014/main" id="{C1211A19-2F16-5812-2FF6-FF53E71A3BA8}"/>
              </a:ext>
            </a:extLst>
          </p:cNvPr>
          <p:cNvSpPr txBox="1">
            <a:spLocks noGrp="1"/>
          </p:cNvSpPr>
          <p:nvPr>
            <p:ph type="title" idx="2"/>
          </p:nvPr>
        </p:nvSpPr>
        <p:spPr>
          <a:xfrm>
            <a:off x="713300" y="1262325"/>
            <a:ext cx="4462500" cy="11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04</a:t>
            </a:r>
            <a:endParaRPr/>
          </a:p>
        </p:txBody>
      </p:sp>
    </p:spTree>
    <p:extLst>
      <p:ext uri="{BB962C8B-B14F-4D97-AF65-F5344CB8AC3E}">
        <p14:creationId xmlns:p14="http://schemas.microsoft.com/office/powerpoint/2010/main" val="37347045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09A07746-7E2F-CE57-4F9E-E4ED0EEF4B91}"/>
            </a:ext>
          </a:extLst>
        </p:cNvPr>
        <p:cNvGrpSpPr/>
        <p:nvPr/>
      </p:nvGrpSpPr>
      <p:grpSpPr>
        <a:xfrm>
          <a:off x="0" y="0"/>
          <a:ext cx="0" cy="0"/>
          <a:chOff x="0" y="0"/>
          <a:chExt cx="0" cy="0"/>
        </a:xfrm>
      </p:grpSpPr>
      <p:sp>
        <p:nvSpPr>
          <p:cNvPr id="235" name="Google Shape;235;p36">
            <a:extLst>
              <a:ext uri="{FF2B5EF4-FFF2-40B4-BE49-F238E27FC236}">
                <a16:creationId xmlns:a16="http://schemas.microsoft.com/office/drawing/2014/main" id="{5BD910C6-174A-FA6F-D722-1A9C0A24171F}"/>
              </a:ext>
            </a:extLst>
          </p:cNvPr>
          <p:cNvSpPr txBox="1">
            <a:spLocks noGrp="1"/>
          </p:cNvSpPr>
          <p:nvPr>
            <p:ph type="title"/>
          </p:nvPr>
        </p:nvSpPr>
        <p:spPr>
          <a:xfrm>
            <a:off x="334491" y="290811"/>
            <a:ext cx="7708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Training a pretrained YOLOv11 model</a:t>
            </a:r>
            <a:endParaRPr sz="2400" dirty="0"/>
          </a:p>
        </p:txBody>
      </p:sp>
      <p:sp>
        <p:nvSpPr>
          <p:cNvPr id="4" name="TextBox 3">
            <a:extLst>
              <a:ext uri="{FF2B5EF4-FFF2-40B4-BE49-F238E27FC236}">
                <a16:creationId xmlns:a16="http://schemas.microsoft.com/office/drawing/2014/main" id="{4C896D59-7047-ABED-77EE-C06BBD3716CB}"/>
              </a:ext>
            </a:extLst>
          </p:cNvPr>
          <p:cNvSpPr txBox="1"/>
          <p:nvPr/>
        </p:nvSpPr>
        <p:spPr>
          <a:xfrm>
            <a:off x="388851" y="984002"/>
            <a:ext cx="5382029" cy="2339102"/>
          </a:xfrm>
          <a:prstGeom prst="rect">
            <a:avLst/>
          </a:prstGeom>
          <a:noFill/>
        </p:spPr>
        <p:txBody>
          <a:bodyPr wrap="square">
            <a:spAutoFit/>
          </a:bodyPr>
          <a:lstStyle/>
          <a:p>
            <a:r>
              <a:rPr lang="en-US" b="1" dirty="0">
                <a:solidFill>
                  <a:schemeClr val="accent1"/>
                </a:solidFill>
                <a:latin typeface="Montserrat" panose="00000500000000000000" pitchFamily="2" charset="0"/>
              </a:rPr>
              <a:t>YOLOv11 already very powerful !!</a:t>
            </a:r>
          </a:p>
          <a:p>
            <a:endParaRPr lang="en-US" sz="1200" dirty="0">
              <a:solidFill>
                <a:schemeClr val="accent1"/>
              </a:solidFill>
              <a:latin typeface="Montserrat" panose="00000500000000000000" pitchFamily="2" charset="0"/>
            </a:endParaRPr>
          </a:p>
          <a:p>
            <a:r>
              <a:rPr lang="en-US" sz="1200" b="1" dirty="0">
                <a:solidFill>
                  <a:schemeClr val="accent1"/>
                </a:solidFill>
                <a:latin typeface="Montserrat" panose="00000500000000000000" pitchFamily="2" charset="0"/>
              </a:rPr>
              <a:t>Containing:</a:t>
            </a:r>
          </a:p>
          <a:p>
            <a:endParaRPr lang="en-US" sz="1200" dirty="0">
              <a:solidFill>
                <a:schemeClr val="accent1"/>
              </a:solidFill>
              <a:latin typeface="Montserrat" panose="00000500000000000000" pitchFamily="2" charset="0"/>
            </a:endParaRPr>
          </a:p>
          <a:p>
            <a:pPr marL="285750" indent="-285750">
              <a:buFontTx/>
              <a:buChar char="-"/>
            </a:pPr>
            <a:r>
              <a:rPr lang="en-US" sz="1200" dirty="0">
                <a:solidFill>
                  <a:schemeClr val="accent1"/>
                </a:solidFill>
                <a:latin typeface="Montserrat" panose="00000500000000000000" pitchFamily="2" charset="0"/>
              </a:rPr>
              <a:t>SPPF (Spatial Pyramid Pooling – Fast): Multi-scale context extraction.</a:t>
            </a:r>
          </a:p>
          <a:p>
            <a:pPr marL="285750" indent="-285750">
              <a:buFontTx/>
              <a:buChar char="-"/>
            </a:pPr>
            <a:endParaRPr lang="en-US" sz="1200" dirty="0">
              <a:solidFill>
                <a:schemeClr val="accent1"/>
              </a:solidFill>
              <a:latin typeface="Montserrat" panose="00000500000000000000" pitchFamily="2" charset="0"/>
            </a:endParaRPr>
          </a:p>
          <a:p>
            <a:pPr marL="285750" indent="-285750">
              <a:buFontTx/>
              <a:buChar char="-"/>
            </a:pPr>
            <a:r>
              <a:rPr lang="en-US" sz="1200" dirty="0">
                <a:solidFill>
                  <a:schemeClr val="accent1"/>
                </a:solidFill>
                <a:latin typeface="Montserrat" panose="00000500000000000000" pitchFamily="2" charset="0"/>
              </a:rPr>
              <a:t>C2PSA (Cross-Stage Partial with Spatial Attention): Attention mechanism that highlights important image regions.</a:t>
            </a:r>
          </a:p>
          <a:p>
            <a:pPr marL="285750" indent="-285750">
              <a:buFontTx/>
              <a:buChar char="-"/>
            </a:pPr>
            <a:endParaRPr lang="en-US" sz="1200" dirty="0">
              <a:solidFill>
                <a:schemeClr val="accent1"/>
              </a:solidFill>
              <a:latin typeface="Montserrat" panose="00000500000000000000" pitchFamily="2" charset="0"/>
            </a:endParaRPr>
          </a:p>
          <a:p>
            <a:pPr marL="285750" indent="-285750">
              <a:buFontTx/>
              <a:buChar char="-"/>
            </a:pPr>
            <a:r>
              <a:rPr lang="en-US" sz="1200" dirty="0">
                <a:solidFill>
                  <a:schemeClr val="accent1"/>
                </a:solidFill>
                <a:latin typeface="Montserrat" panose="00000500000000000000" pitchFamily="2" charset="0"/>
              </a:rPr>
              <a:t>C3k2 (CSP Bottleneck with Two Small Kernels): Lightweight feature extraction block for faster and more efficient learning.</a:t>
            </a:r>
          </a:p>
        </p:txBody>
      </p:sp>
      <p:pic>
        <p:nvPicPr>
          <p:cNvPr id="5" name="Picture 4">
            <a:extLst>
              <a:ext uri="{FF2B5EF4-FFF2-40B4-BE49-F238E27FC236}">
                <a16:creationId xmlns:a16="http://schemas.microsoft.com/office/drawing/2014/main" id="{FEB4B417-10EA-CD28-E25D-D505C39EB55C}"/>
              </a:ext>
            </a:extLst>
          </p:cNvPr>
          <p:cNvPicPr>
            <a:picLocks noChangeAspect="1"/>
          </p:cNvPicPr>
          <p:nvPr/>
        </p:nvPicPr>
        <p:blipFill>
          <a:blip r:embed="rId3"/>
          <a:stretch>
            <a:fillRect/>
          </a:stretch>
        </p:blipFill>
        <p:spPr>
          <a:xfrm>
            <a:off x="5928360" y="1435498"/>
            <a:ext cx="3054008" cy="1506590"/>
          </a:xfrm>
          <a:prstGeom prst="rect">
            <a:avLst/>
          </a:prstGeom>
          <a:ln>
            <a:solidFill>
              <a:schemeClr val="accent1"/>
            </a:solidFill>
          </a:ln>
        </p:spPr>
      </p:pic>
      <p:sp>
        <p:nvSpPr>
          <p:cNvPr id="6" name="TextBox 5">
            <a:extLst>
              <a:ext uri="{FF2B5EF4-FFF2-40B4-BE49-F238E27FC236}">
                <a16:creationId xmlns:a16="http://schemas.microsoft.com/office/drawing/2014/main" id="{A10FF2FE-0316-78CD-2558-6601A26AF7A1}"/>
              </a:ext>
            </a:extLst>
          </p:cNvPr>
          <p:cNvSpPr txBox="1"/>
          <p:nvPr/>
        </p:nvSpPr>
        <p:spPr>
          <a:xfrm>
            <a:off x="57037" y="4852689"/>
            <a:ext cx="7164141" cy="253916"/>
          </a:xfrm>
          <a:prstGeom prst="rect">
            <a:avLst/>
          </a:prstGeom>
          <a:noFill/>
        </p:spPr>
        <p:txBody>
          <a:bodyPr wrap="none" rtlCol="0">
            <a:spAutoFit/>
          </a:bodyPr>
          <a:lstStyle/>
          <a:p>
            <a:r>
              <a:rPr lang="en-US" sz="1050" dirty="0">
                <a:solidFill>
                  <a:schemeClr val="bg1"/>
                </a:solidFill>
                <a:latin typeface="Montserrat" panose="00000500000000000000" pitchFamily="2" charset="0"/>
              </a:rPr>
              <a:t>*Figure taken from the paper “YOLOV11: AN OVERVIEW OF THE KEY ARCHITECTURAL ENHANCEMENTS”</a:t>
            </a:r>
          </a:p>
        </p:txBody>
      </p:sp>
      <p:pic>
        <p:nvPicPr>
          <p:cNvPr id="11" name="Picture 10">
            <a:extLst>
              <a:ext uri="{FF2B5EF4-FFF2-40B4-BE49-F238E27FC236}">
                <a16:creationId xmlns:a16="http://schemas.microsoft.com/office/drawing/2014/main" id="{2C1D4DAF-8337-4992-C873-D28A7C5DB9D8}"/>
              </a:ext>
            </a:extLst>
          </p:cNvPr>
          <p:cNvPicPr>
            <a:picLocks noChangeAspect="1"/>
          </p:cNvPicPr>
          <p:nvPr/>
        </p:nvPicPr>
        <p:blipFill>
          <a:blip r:embed="rId4"/>
          <a:stretch>
            <a:fillRect/>
          </a:stretch>
        </p:blipFill>
        <p:spPr>
          <a:xfrm>
            <a:off x="5928360" y="3625957"/>
            <a:ext cx="1721167" cy="899727"/>
          </a:xfrm>
          <a:prstGeom prst="rect">
            <a:avLst/>
          </a:prstGeom>
        </p:spPr>
      </p:pic>
      <p:cxnSp>
        <p:nvCxnSpPr>
          <p:cNvPr id="12" name="Straight Arrow Connector 11">
            <a:extLst>
              <a:ext uri="{FF2B5EF4-FFF2-40B4-BE49-F238E27FC236}">
                <a16:creationId xmlns:a16="http://schemas.microsoft.com/office/drawing/2014/main" id="{BFFC93AF-9C63-4E5A-5FA1-BB72E76CD07C}"/>
              </a:ext>
            </a:extLst>
          </p:cNvPr>
          <p:cNvCxnSpPr>
            <a:cxnSpLocks/>
          </p:cNvCxnSpPr>
          <p:nvPr/>
        </p:nvCxnSpPr>
        <p:spPr>
          <a:xfrm>
            <a:off x="7793771" y="4075821"/>
            <a:ext cx="462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EFB4B9E0-1984-ACA3-99E8-21FA2E597BB1}"/>
              </a:ext>
            </a:extLst>
          </p:cNvPr>
          <p:cNvPicPr>
            <a:picLocks noChangeAspect="1"/>
          </p:cNvPicPr>
          <p:nvPr/>
        </p:nvPicPr>
        <p:blipFill>
          <a:blip r:embed="rId4"/>
          <a:srcRect l="54907" t="47565" r="39121" b="42540"/>
          <a:stretch>
            <a:fillRect/>
          </a:stretch>
        </p:blipFill>
        <p:spPr>
          <a:xfrm>
            <a:off x="8436270" y="3851402"/>
            <a:ext cx="546098" cy="472988"/>
          </a:xfrm>
          <a:prstGeom prst="rect">
            <a:avLst/>
          </a:prstGeom>
        </p:spPr>
      </p:pic>
      <p:sp>
        <p:nvSpPr>
          <p:cNvPr id="14" name="TextBox 13">
            <a:extLst>
              <a:ext uri="{FF2B5EF4-FFF2-40B4-BE49-F238E27FC236}">
                <a16:creationId xmlns:a16="http://schemas.microsoft.com/office/drawing/2014/main" id="{96245246-7B0E-CA34-21C9-BFF52E6DC12F}"/>
              </a:ext>
            </a:extLst>
          </p:cNvPr>
          <p:cNvSpPr txBox="1"/>
          <p:nvPr/>
        </p:nvSpPr>
        <p:spPr>
          <a:xfrm>
            <a:off x="542926" y="3718564"/>
            <a:ext cx="4495799" cy="738664"/>
          </a:xfrm>
          <a:prstGeom prst="rect">
            <a:avLst/>
          </a:prstGeom>
          <a:noFill/>
        </p:spPr>
        <p:txBody>
          <a:bodyPr wrap="square">
            <a:spAutoFit/>
          </a:bodyPr>
          <a:lstStyle/>
          <a:p>
            <a:r>
              <a:rPr lang="en-US" dirty="0">
                <a:solidFill>
                  <a:srgbClr val="FF0000"/>
                </a:solidFill>
                <a:latin typeface="Montserrat" panose="00000500000000000000" pitchFamily="2" charset="0"/>
              </a:rPr>
              <a:t>But still the same problem</a:t>
            </a:r>
          </a:p>
          <a:p>
            <a:r>
              <a:rPr lang="en-US" dirty="0">
                <a:solidFill>
                  <a:srgbClr val="FF0000"/>
                </a:solidFill>
                <a:latin typeface="Montserrat" panose="00000500000000000000" pitchFamily="2" charset="0"/>
              </a:rPr>
              <a:t>Defects relatively too small as YOLO is trained on COCO</a:t>
            </a:r>
          </a:p>
        </p:txBody>
      </p:sp>
      <p:sp>
        <p:nvSpPr>
          <p:cNvPr id="20" name="Rectangle 19">
            <a:extLst>
              <a:ext uri="{FF2B5EF4-FFF2-40B4-BE49-F238E27FC236}">
                <a16:creationId xmlns:a16="http://schemas.microsoft.com/office/drawing/2014/main" id="{60241ACB-46A0-C49D-A1E3-83CF081ACB6E}"/>
              </a:ext>
            </a:extLst>
          </p:cNvPr>
          <p:cNvSpPr/>
          <p:nvPr/>
        </p:nvSpPr>
        <p:spPr>
          <a:xfrm>
            <a:off x="6869257" y="4034427"/>
            <a:ext cx="106218" cy="1069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68336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E7431C4C-3D4E-6F30-AE99-9930BB9F6936}"/>
            </a:ext>
          </a:extLst>
        </p:cNvPr>
        <p:cNvGrpSpPr/>
        <p:nvPr/>
      </p:nvGrpSpPr>
      <p:grpSpPr>
        <a:xfrm>
          <a:off x="0" y="0"/>
          <a:ext cx="0" cy="0"/>
          <a:chOff x="0" y="0"/>
          <a:chExt cx="0" cy="0"/>
        </a:xfrm>
      </p:grpSpPr>
      <p:sp>
        <p:nvSpPr>
          <p:cNvPr id="235" name="Google Shape;235;p36">
            <a:extLst>
              <a:ext uri="{FF2B5EF4-FFF2-40B4-BE49-F238E27FC236}">
                <a16:creationId xmlns:a16="http://schemas.microsoft.com/office/drawing/2014/main" id="{A395B742-0906-DA0A-2261-AD990B680A56}"/>
              </a:ext>
            </a:extLst>
          </p:cNvPr>
          <p:cNvSpPr txBox="1">
            <a:spLocks noGrp="1"/>
          </p:cNvSpPr>
          <p:nvPr>
            <p:ph type="title"/>
          </p:nvPr>
        </p:nvSpPr>
        <p:spPr>
          <a:xfrm>
            <a:off x="334491" y="290811"/>
            <a:ext cx="7708200" cy="572700"/>
          </a:xfrm>
          <a:prstGeom prst="rect">
            <a:avLst/>
          </a:prstGeom>
        </p:spPr>
        <p:txBody>
          <a:bodyPr spcFirstLastPara="1" wrap="square" lIns="91425" tIns="91425" rIns="91425" bIns="91425" anchor="t" anchorCtr="0">
            <a:noAutofit/>
          </a:bodyPr>
          <a:lstStyle/>
          <a:p>
            <a:pPr lvl="0" algn="l"/>
            <a:r>
              <a:rPr lang="en" sz="1800" dirty="0"/>
              <a:t>Training a pretrained YOLOv11 model </a:t>
            </a:r>
            <a:r>
              <a:rPr lang="en-US" sz="1800" dirty="0"/>
              <a:t>enhanced with MC-VAM</a:t>
            </a:r>
            <a:r>
              <a:rPr lang="ar-EG" sz="1800" dirty="0"/>
              <a:t> </a:t>
            </a:r>
            <a:br>
              <a:rPr lang="en-US" sz="1800" dirty="0"/>
            </a:br>
            <a:r>
              <a:rPr lang="en-US" sz="1100" b="0" dirty="0"/>
              <a:t>(inspired by the paper “A multi-cognitive PCB defect detection model integrating Mamba)</a:t>
            </a:r>
            <a:endParaRPr sz="1800" b="0" dirty="0"/>
          </a:p>
        </p:txBody>
      </p:sp>
      <p:pic>
        <p:nvPicPr>
          <p:cNvPr id="10" name="Picture 9">
            <a:extLst>
              <a:ext uri="{FF2B5EF4-FFF2-40B4-BE49-F238E27FC236}">
                <a16:creationId xmlns:a16="http://schemas.microsoft.com/office/drawing/2014/main" id="{E87E4BAB-535D-A71B-3A31-3C2B3D8ADDBB}"/>
              </a:ext>
            </a:extLst>
          </p:cNvPr>
          <p:cNvPicPr>
            <a:picLocks noChangeAspect="1"/>
          </p:cNvPicPr>
          <p:nvPr/>
        </p:nvPicPr>
        <p:blipFill>
          <a:blip r:embed="rId3"/>
          <a:stretch>
            <a:fillRect/>
          </a:stretch>
        </p:blipFill>
        <p:spPr>
          <a:xfrm>
            <a:off x="4836838" y="1407739"/>
            <a:ext cx="4203468" cy="2797763"/>
          </a:xfrm>
          <a:prstGeom prst="rect">
            <a:avLst/>
          </a:prstGeom>
        </p:spPr>
      </p:pic>
      <p:sp>
        <p:nvSpPr>
          <p:cNvPr id="11" name="TextBox 10">
            <a:extLst>
              <a:ext uri="{FF2B5EF4-FFF2-40B4-BE49-F238E27FC236}">
                <a16:creationId xmlns:a16="http://schemas.microsoft.com/office/drawing/2014/main" id="{3A5FA26F-500B-5C20-3D87-EA42598E8BA2}"/>
              </a:ext>
            </a:extLst>
          </p:cNvPr>
          <p:cNvSpPr txBox="1"/>
          <p:nvPr/>
        </p:nvSpPr>
        <p:spPr>
          <a:xfrm>
            <a:off x="6669464" y="4852689"/>
            <a:ext cx="2370842" cy="261610"/>
          </a:xfrm>
          <a:prstGeom prst="rect">
            <a:avLst/>
          </a:prstGeom>
          <a:noFill/>
        </p:spPr>
        <p:txBody>
          <a:bodyPr wrap="square">
            <a:spAutoFit/>
          </a:bodyPr>
          <a:lstStyle/>
          <a:p>
            <a:r>
              <a:rPr lang="en-US" sz="1100" dirty="0">
                <a:solidFill>
                  <a:schemeClr val="bg1"/>
                </a:solidFill>
                <a:latin typeface="Montserrat" panose="00000500000000000000" pitchFamily="2" charset="0"/>
              </a:rPr>
              <a:t>*Figure generated by ChatGPT</a:t>
            </a:r>
          </a:p>
        </p:txBody>
      </p:sp>
      <p:sp>
        <p:nvSpPr>
          <p:cNvPr id="15" name="TextBox 14">
            <a:extLst>
              <a:ext uri="{FF2B5EF4-FFF2-40B4-BE49-F238E27FC236}">
                <a16:creationId xmlns:a16="http://schemas.microsoft.com/office/drawing/2014/main" id="{A0BC16BA-5F09-2A5D-B376-2496B022F4D8}"/>
              </a:ext>
            </a:extLst>
          </p:cNvPr>
          <p:cNvSpPr txBox="1"/>
          <p:nvPr/>
        </p:nvSpPr>
        <p:spPr>
          <a:xfrm>
            <a:off x="334491" y="1144626"/>
            <a:ext cx="4572000" cy="2954655"/>
          </a:xfrm>
          <a:prstGeom prst="rect">
            <a:avLst/>
          </a:prstGeom>
          <a:noFill/>
        </p:spPr>
        <p:txBody>
          <a:bodyPr wrap="square">
            <a:spAutoFit/>
          </a:bodyPr>
          <a:lstStyle/>
          <a:p>
            <a:pPr>
              <a:buNone/>
            </a:pPr>
            <a:r>
              <a:rPr lang="en-US" b="1" dirty="0">
                <a:solidFill>
                  <a:schemeClr val="accent1"/>
                </a:solidFill>
                <a:latin typeface="Montserrat" panose="00000500000000000000" pitchFamily="2" charset="0"/>
              </a:rPr>
              <a:t>Multi-Cognitive Visual Attention Module (MC-VAM)</a:t>
            </a:r>
          </a:p>
          <a:p>
            <a:pPr>
              <a:buNone/>
            </a:pPr>
            <a:endParaRPr lang="en-US" b="1" dirty="0">
              <a:latin typeface="Montserrat" panose="00000500000000000000" pitchFamily="2" charset="0"/>
            </a:endParaRPr>
          </a:p>
          <a:p>
            <a:pPr>
              <a:buNone/>
            </a:pPr>
            <a:r>
              <a:rPr lang="en-US" sz="1200" dirty="0">
                <a:latin typeface="Montserrat" panose="00000500000000000000" pitchFamily="2" charset="0"/>
              </a:rPr>
              <a:t>MC-VAM is a lightweight attention module designed to improve feature extraction by capturing information at multiple spatial scales.</a:t>
            </a:r>
          </a:p>
          <a:p>
            <a:pPr>
              <a:buNone/>
            </a:pPr>
            <a:endParaRPr lang="en-US" dirty="0">
              <a:latin typeface="Montserrat" panose="00000500000000000000" pitchFamily="2" charset="0"/>
            </a:endParaRPr>
          </a:p>
          <a:p>
            <a:pPr>
              <a:buNone/>
            </a:pPr>
            <a:r>
              <a:rPr lang="en-US" b="1" dirty="0">
                <a:solidFill>
                  <a:schemeClr val="accent1"/>
                </a:solidFill>
                <a:latin typeface="Montserrat" panose="00000500000000000000" pitchFamily="2" charset="0"/>
              </a:rPr>
              <a:t>Objectives</a:t>
            </a:r>
          </a:p>
          <a:p>
            <a:pPr>
              <a:buNone/>
            </a:pPr>
            <a:endParaRPr lang="en-US" b="1" dirty="0">
              <a:latin typeface="Montserrat" panose="00000500000000000000" pitchFamily="2" charset="0"/>
            </a:endParaRPr>
          </a:p>
          <a:p>
            <a:pPr marL="285750" indent="-285750">
              <a:buFont typeface="Arial" panose="020B0604020202020204" pitchFamily="34" charset="0"/>
              <a:buChar char="•"/>
            </a:pPr>
            <a:r>
              <a:rPr lang="en-US" sz="1200" dirty="0">
                <a:latin typeface="Montserrat" panose="00000500000000000000" pitchFamily="2" charset="0"/>
              </a:rPr>
              <a:t>Enhance small defect detection </a:t>
            </a:r>
          </a:p>
          <a:p>
            <a:pPr marL="285750" indent="-285750">
              <a:buFont typeface="Arial" panose="020B0604020202020204" pitchFamily="34" charset="0"/>
              <a:buChar char="•"/>
            </a:pPr>
            <a:r>
              <a:rPr lang="en-US" sz="1200" dirty="0">
                <a:latin typeface="Montserrat" panose="00000500000000000000" pitchFamily="2" charset="0"/>
              </a:rPr>
              <a:t>Capture local and global context simultaneously </a:t>
            </a:r>
          </a:p>
          <a:p>
            <a:pPr marL="285750" indent="-285750">
              <a:buFont typeface="Arial" panose="020B0604020202020204" pitchFamily="34" charset="0"/>
              <a:buChar char="•"/>
            </a:pPr>
            <a:r>
              <a:rPr lang="en-US" sz="1200" dirty="0">
                <a:latin typeface="Montserrat" panose="00000500000000000000" pitchFamily="2" charset="0"/>
              </a:rPr>
              <a:t>Preserve important shallow features </a:t>
            </a:r>
          </a:p>
          <a:p>
            <a:pPr marL="285750" indent="-285750">
              <a:buFont typeface="Arial" panose="020B0604020202020204" pitchFamily="34" charset="0"/>
              <a:buChar char="•"/>
            </a:pPr>
            <a:r>
              <a:rPr lang="en-US" sz="1200" dirty="0">
                <a:latin typeface="Montserrat" panose="00000500000000000000" pitchFamily="2" charset="0"/>
              </a:rPr>
              <a:t>Improve feature representation with minimal computational overhead</a:t>
            </a:r>
          </a:p>
        </p:txBody>
      </p:sp>
    </p:spTree>
    <p:extLst>
      <p:ext uri="{BB962C8B-B14F-4D97-AF65-F5344CB8AC3E}">
        <p14:creationId xmlns:p14="http://schemas.microsoft.com/office/powerpoint/2010/main" val="1458353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0">
          <a:extLst>
            <a:ext uri="{FF2B5EF4-FFF2-40B4-BE49-F238E27FC236}">
              <a16:creationId xmlns:a16="http://schemas.microsoft.com/office/drawing/2014/main" id="{C177A900-FD2F-6F07-6B3F-6A42BBB2FD0C}"/>
            </a:ext>
          </a:extLst>
        </p:cNvPr>
        <p:cNvGrpSpPr/>
        <p:nvPr/>
      </p:nvGrpSpPr>
      <p:grpSpPr>
        <a:xfrm>
          <a:off x="0" y="0"/>
          <a:ext cx="0" cy="0"/>
          <a:chOff x="0" y="0"/>
          <a:chExt cx="0" cy="0"/>
        </a:xfrm>
      </p:grpSpPr>
      <p:sp>
        <p:nvSpPr>
          <p:cNvPr id="251" name="Google Shape;251;p37">
            <a:extLst>
              <a:ext uri="{FF2B5EF4-FFF2-40B4-BE49-F238E27FC236}">
                <a16:creationId xmlns:a16="http://schemas.microsoft.com/office/drawing/2014/main" id="{3AD2F7E3-9318-9BEA-76EE-8D4825015172}"/>
              </a:ext>
            </a:extLst>
          </p:cNvPr>
          <p:cNvSpPr txBox="1">
            <a:spLocks noGrp="1"/>
          </p:cNvSpPr>
          <p:nvPr>
            <p:ph type="title"/>
          </p:nvPr>
        </p:nvSpPr>
        <p:spPr>
          <a:xfrm>
            <a:off x="717800" y="383175"/>
            <a:ext cx="7708200" cy="64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Montserrat" panose="00000500000000000000" pitchFamily="2" charset="0"/>
              </a:rPr>
              <a:t>Comparing results</a:t>
            </a:r>
            <a:endParaRPr dirty="0">
              <a:latin typeface="Montserrat" panose="00000500000000000000" pitchFamily="2" charset="0"/>
            </a:endParaRPr>
          </a:p>
        </p:txBody>
      </p:sp>
      <p:graphicFrame>
        <p:nvGraphicFramePr>
          <p:cNvPr id="252" name="Google Shape;252;p37">
            <a:extLst>
              <a:ext uri="{FF2B5EF4-FFF2-40B4-BE49-F238E27FC236}">
                <a16:creationId xmlns:a16="http://schemas.microsoft.com/office/drawing/2014/main" id="{65386176-8DE0-9AD3-AF51-B80C9F20386F}"/>
              </a:ext>
            </a:extLst>
          </p:cNvPr>
          <p:cNvGraphicFramePr/>
          <p:nvPr>
            <p:extLst>
              <p:ext uri="{D42A27DB-BD31-4B8C-83A1-F6EECF244321}">
                <p14:modId xmlns:p14="http://schemas.microsoft.com/office/powerpoint/2010/main" val="908090563"/>
              </p:ext>
            </p:extLst>
          </p:nvPr>
        </p:nvGraphicFramePr>
        <p:xfrm>
          <a:off x="747738" y="1272078"/>
          <a:ext cx="7156741" cy="2701580"/>
        </p:xfrm>
        <a:graphic>
          <a:graphicData uri="http://schemas.openxmlformats.org/drawingml/2006/table">
            <a:tbl>
              <a:tblPr>
                <a:noFill/>
                <a:tableStyleId>{11190EA8-CFA5-4758-9DA3-0BC6A9356B1B}</a:tableStyleId>
              </a:tblPr>
              <a:tblGrid>
                <a:gridCol w="3383684">
                  <a:extLst>
                    <a:ext uri="{9D8B030D-6E8A-4147-A177-3AD203B41FA5}">
                      <a16:colId xmlns:a16="http://schemas.microsoft.com/office/drawing/2014/main" val="20000"/>
                    </a:ext>
                  </a:extLst>
                </a:gridCol>
                <a:gridCol w="1706533">
                  <a:extLst>
                    <a:ext uri="{9D8B030D-6E8A-4147-A177-3AD203B41FA5}">
                      <a16:colId xmlns:a16="http://schemas.microsoft.com/office/drawing/2014/main" val="20001"/>
                    </a:ext>
                  </a:extLst>
                </a:gridCol>
                <a:gridCol w="2066524">
                  <a:extLst>
                    <a:ext uri="{9D8B030D-6E8A-4147-A177-3AD203B41FA5}">
                      <a16:colId xmlns:a16="http://schemas.microsoft.com/office/drawing/2014/main" val="20002"/>
                    </a:ext>
                  </a:extLst>
                </a:gridCol>
              </a:tblGrid>
              <a:tr h="333950">
                <a:tc>
                  <a:txBody>
                    <a:bodyPr/>
                    <a:lstStyle/>
                    <a:p>
                      <a:pPr marL="0" lvl="0" indent="0" algn="ctr" rtl="0">
                        <a:spcBef>
                          <a:spcPts val="0"/>
                        </a:spcBef>
                        <a:spcAft>
                          <a:spcPts val="0"/>
                        </a:spcAft>
                        <a:buNone/>
                      </a:pPr>
                      <a:r>
                        <a:rPr lang="en-US" sz="1800" b="1" dirty="0">
                          <a:solidFill>
                            <a:schemeClr val="bg1"/>
                          </a:solidFill>
                          <a:latin typeface="Montserrat" panose="00000500000000000000" pitchFamily="2" charset="0"/>
                        </a:rPr>
                        <a:t>Metric</a:t>
                      </a:r>
                      <a:endParaRPr sz="1800" b="1" dirty="0">
                        <a:solidFill>
                          <a:schemeClr val="bg1"/>
                        </a:solidFill>
                        <a:latin typeface="Montserrat" panose="00000500000000000000" pitchFamily="2" charset="0"/>
                        <a:ea typeface="Montserrat"/>
                        <a:cs typeface="Montserrat"/>
                        <a:sym typeface="Montserrat"/>
                      </a:endParaRPr>
                    </a:p>
                  </a:txBody>
                  <a:tcPr marL="91425" marR="91425" marT="91425" marB="91425" anchor="ctr">
                    <a:lnL w="28575" cap="flat" cmpd="sng">
                      <a:solidFill>
                        <a:schemeClr val="accent1">
                          <a:alpha val="0"/>
                        </a:schemeClr>
                      </a:solidFill>
                      <a:prstDash val="solid"/>
                      <a:round/>
                      <a:headEnd type="none" w="sm" len="sm"/>
                      <a:tailEnd type="none" w="sm" len="sm"/>
                    </a:lnL>
                    <a:lnR w="28575" cap="flat" cmpd="sng">
                      <a:solidFill>
                        <a:schemeClr val="accent1">
                          <a:alpha val="0"/>
                        </a:schemeClr>
                      </a:solidFill>
                      <a:prstDash val="solid"/>
                      <a:round/>
                      <a:headEnd type="none" w="sm" len="sm"/>
                      <a:tailEnd type="none" w="sm" len="sm"/>
                    </a:lnR>
                    <a:lnT w="28575" cap="flat" cmpd="sng">
                      <a:solidFill>
                        <a:schemeClr val="accent1">
                          <a:alpha val="0"/>
                        </a:schemeClr>
                      </a:solidFill>
                      <a:prstDash val="solid"/>
                      <a:round/>
                      <a:headEnd type="none" w="sm" len="sm"/>
                      <a:tailEnd type="none" w="sm" len="sm"/>
                    </a:lnT>
                    <a:lnB w="28575" cap="flat" cmpd="sng">
                      <a:solidFill>
                        <a:schemeClr val="dk2">
                          <a:alpha val="0"/>
                        </a:schemeClr>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b="1" dirty="0">
                          <a:solidFill>
                            <a:schemeClr val="lt1"/>
                          </a:solidFill>
                          <a:latin typeface="Montserrat" panose="00000500000000000000" pitchFamily="2" charset="0"/>
                          <a:ea typeface="Montserrat"/>
                          <a:cs typeface="Montserrat"/>
                          <a:sym typeface="Montserrat"/>
                        </a:rPr>
                        <a:t>YOLOv11 baseline</a:t>
                      </a:r>
                      <a:endParaRPr b="1" dirty="0">
                        <a:solidFill>
                          <a:schemeClr val="lt1"/>
                        </a:solidFill>
                        <a:latin typeface="Montserrat" panose="00000500000000000000" pitchFamily="2" charset="0"/>
                        <a:ea typeface="Montserrat"/>
                        <a:cs typeface="Montserrat"/>
                        <a:sym typeface="Montserrat"/>
                      </a:endParaRPr>
                    </a:p>
                  </a:txBody>
                  <a:tcPr marL="91425" marR="91425" marT="91425" marB="91425" anchor="ctr">
                    <a:lnL w="28575" cap="flat" cmpd="sng">
                      <a:solidFill>
                        <a:schemeClr val="accent1">
                          <a:alpha val="0"/>
                        </a:schemeClr>
                      </a:solidFill>
                      <a:prstDash val="solid"/>
                      <a:round/>
                      <a:headEnd type="none" w="sm" len="sm"/>
                      <a:tailEnd type="none" w="sm" len="sm"/>
                    </a:lnL>
                    <a:lnR w="28575" cap="flat" cmpd="sng">
                      <a:solidFill>
                        <a:schemeClr val="lt1">
                          <a:alpha val="0"/>
                        </a:schemeClr>
                      </a:solidFill>
                      <a:prstDash val="solid"/>
                      <a:round/>
                      <a:headEnd type="none" w="sm" len="sm"/>
                      <a:tailEnd type="none" w="sm" len="sm"/>
                    </a:lnR>
                    <a:lnT w="28575" cap="flat" cmpd="sng">
                      <a:solidFill>
                        <a:schemeClr val="accent1">
                          <a:alpha val="0"/>
                        </a:schemeClr>
                      </a:solidFill>
                      <a:prstDash val="solid"/>
                      <a:round/>
                      <a:headEnd type="none" w="sm" len="sm"/>
                      <a:tailEnd type="none" w="sm" len="sm"/>
                    </a:lnT>
                    <a:lnB w="28575" cap="flat" cmpd="sng">
                      <a:solidFill>
                        <a:schemeClr val="dk2">
                          <a:alpha val="0"/>
                        </a:schemeClr>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b="1" dirty="0">
                          <a:solidFill>
                            <a:schemeClr val="lt1"/>
                          </a:solidFill>
                          <a:latin typeface="Montserrat" panose="00000500000000000000" pitchFamily="2" charset="0"/>
                          <a:ea typeface="Montserrat"/>
                          <a:cs typeface="Montserrat"/>
                          <a:sym typeface="Montserrat"/>
                        </a:rPr>
                        <a:t>Enhanced YOLOv11</a:t>
                      </a:r>
                      <a:endParaRPr b="1" dirty="0">
                        <a:solidFill>
                          <a:schemeClr val="lt1"/>
                        </a:solidFill>
                        <a:latin typeface="Montserrat" panose="00000500000000000000" pitchFamily="2" charset="0"/>
                        <a:ea typeface="Montserrat"/>
                        <a:cs typeface="Montserrat"/>
                        <a:sym typeface="Montserrat"/>
                      </a:endParaRPr>
                    </a:p>
                  </a:txBody>
                  <a:tcPr marL="91425" marR="91425" marT="91425" marB="91425" anchor="ctr">
                    <a:lnL w="28575" cap="flat" cmpd="sng">
                      <a:solidFill>
                        <a:schemeClr val="lt1">
                          <a:alpha val="0"/>
                        </a:schemeClr>
                      </a:solidFill>
                      <a:prstDash val="solid"/>
                      <a:round/>
                      <a:headEnd type="none" w="sm" len="sm"/>
                      <a:tailEnd type="none" w="sm" len="sm"/>
                    </a:lnL>
                    <a:lnR w="28575" cap="flat" cmpd="sng">
                      <a:solidFill>
                        <a:schemeClr val="lt1">
                          <a:alpha val="0"/>
                        </a:schemeClr>
                      </a:solidFill>
                      <a:prstDash val="solid"/>
                      <a:round/>
                      <a:headEnd type="none" w="sm" len="sm"/>
                      <a:tailEnd type="none" w="sm" len="sm"/>
                    </a:lnR>
                    <a:lnT w="28575" cap="flat" cmpd="sng">
                      <a:solidFill>
                        <a:schemeClr val="accent1">
                          <a:alpha val="0"/>
                        </a:schemeClr>
                      </a:solidFill>
                      <a:prstDash val="solid"/>
                      <a:round/>
                      <a:headEnd type="none" w="sm" len="sm"/>
                      <a:tailEnd type="none" w="sm" len="sm"/>
                    </a:lnT>
                    <a:lnB w="28575" cap="flat" cmpd="sng">
                      <a:solidFill>
                        <a:schemeClr val="dk2">
                          <a:alpha val="0"/>
                        </a:schemeClr>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549600">
                <a:tc>
                  <a:txBody>
                    <a:bodyPr/>
                    <a:lstStyle/>
                    <a:p>
                      <a:pPr marL="0" lvl="0" indent="0" algn="ctr" rtl="0">
                        <a:spcBef>
                          <a:spcPts val="0"/>
                        </a:spcBef>
                        <a:spcAft>
                          <a:spcPts val="0"/>
                        </a:spcAft>
                        <a:buNone/>
                      </a:pPr>
                      <a:r>
                        <a:rPr lang="en-US" dirty="0">
                          <a:latin typeface="Montserrat" panose="00000500000000000000" pitchFamily="2" charset="0"/>
                        </a:rPr>
                        <a:t>Precision*</a:t>
                      </a:r>
                      <a:endParaRPr dirty="0">
                        <a:solidFill>
                          <a:schemeClr val="dk1"/>
                        </a:solidFill>
                        <a:latin typeface="Montserrat" panose="00000500000000000000" pitchFamily="2" charset="0"/>
                        <a:ea typeface="Montserrat"/>
                        <a:cs typeface="Montserrat"/>
                        <a:sym typeface="Montserrat"/>
                      </a:endParaRPr>
                    </a:p>
                  </a:txBody>
                  <a:tcPr marL="91425" marR="91425" marT="91425" marB="91425" anchor="ctr">
                    <a:lnL w="28575" cap="flat" cmpd="sng">
                      <a:solidFill>
                        <a:schemeClr val="dk2">
                          <a:alpha val="0"/>
                        </a:schemeClr>
                      </a:solidFill>
                      <a:prstDash val="solid"/>
                      <a:round/>
                      <a:headEnd type="none" w="sm" len="sm"/>
                      <a:tailEnd type="none" w="sm" len="sm"/>
                    </a:lnL>
                    <a:lnR w="28575" cap="flat" cmpd="sng">
                      <a:solidFill>
                        <a:schemeClr val="dk2">
                          <a:alpha val="0"/>
                        </a:schemeClr>
                      </a:solidFill>
                      <a:prstDash val="solid"/>
                      <a:round/>
                      <a:headEnd type="none" w="sm" len="sm"/>
                      <a:tailEnd type="none" w="sm" len="sm"/>
                    </a:lnR>
                    <a:lnT w="28575" cap="flat" cmpd="sng">
                      <a:solidFill>
                        <a:schemeClr val="dk2">
                          <a:alpha val="0"/>
                        </a:schemeClr>
                      </a:solidFill>
                      <a:prstDash val="solid"/>
                      <a:round/>
                      <a:headEnd type="none" w="sm" len="sm"/>
                      <a:tailEnd type="none" w="sm" len="sm"/>
                    </a:lnT>
                    <a:lnB w="28575" cap="flat" cmpd="sng">
                      <a:solidFill>
                        <a:schemeClr val="dk2">
                          <a:alpha val="0"/>
                        </a:schemeClr>
                      </a:solidFill>
                      <a:prstDash val="solid"/>
                      <a:round/>
                      <a:headEnd type="none" w="sm" len="sm"/>
                      <a:tailEnd type="none" w="sm" len="sm"/>
                    </a:lnB>
                    <a:solidFill>
                      <a:schemeClr val="accent1">
                        <a:lumMod val="10000"/>
                        <a:lumOff val="90000"/>
                      </a:schemeClr>
                    </a:solidFill>
                  </a:tcPr>
                </a:tc>
                <a:tc>
                  <a:txBody>
                    <a:bodyPr/>
                    <a:lstStyle/>
                    <a:p>
                      <a:pPr marL="0" lvl="0" indent="0" algn="ctr" rtl="0">
                        <a:spcBef>
                          <a:spcPts val="0"/>
                        </a:spcBef>
                        <a:spcAft>
                          <a:spcPts val="0"/>
                        </a:spcAft>
                        <a:buNone/>
                      </a:pPr>
                      <a:r>
                        <a:rPr lang="en-US" dirty="0">
                          <a:latin typeface="Montserrat" panose="00000500000000000000" pitchFamily="2" charset="0"/>
                        </a:rPr>
                        <a:t>0.969</a:t>
                      </a:r>
                      <a:endParaRPr dirty="0">
                        <a:latin typeface="Montserrat" panose="00000500000000000000" pitchFamily="2" charset="0"/>
                      </a:endParaRPr>
                    </a:p>
                  </a:txBody>
                  <a:tcPr marL="91425" marR="91425" marT="91425" marB="91425">
                    <a:lnL w="28575" cap="flat" cmpd="sng">
                      <a:solidFill>
                        <a:schemeClr val="dk2">
                          <a:alpha val="0"/>
                        </a:schemeClr>
                      </a:solidFill>
                      <a:prstDash val="solid"/>
                      <a:round/>
                      <a:headEnd type="none" w="sm" len="sm"/>
                      <a:tailEnd type="none" w="sm" len="sm"/>
                    </a:lnL>
                    <a:lnR w="28575" cap="flat" cmpd="sng">
                      <a:solidFill>
                        <a:schemeClr val="dk2">
                          <a:alpha val="0"/>
                        </a:schemeClr>
                      </a:solidFill>
                      <a:prstDash val="solid"/>
                      <a:round/>
                      <a:headEnd type="none" w="sm" len="sm"/>
                      <a:tailEnd type="none" w="sm" len="sm"/>
                    </a:lnR>
                    <a:lnT w="28575" cap="flat" cmpd="sng">
                      <a:solidFill>
                        <a:schemeClr val="dk2">
                          <a:alpha val="0"/>
                        </a:schemeClr>
                      </a:solidFill>
                      <a:prstDash val="solid"/>
                      <a:round/>
                      <a:headEnd type="none" w="sm" len="sm"/>
                      <a:tailEnd type="none" w="sm" len="sm"/>
                    </a:lnT>
                    <a:lnB w="28575" cap="flat" cmpd="sng">
                      <a:solidFill>
                        <a:schemeClr val="dk2">
                          <a:alpha val="0"/>
                        </a:schemeClr>
                      </a:solidFill>
                      <a:prstDash val="solid"/>
                      <a:round/>
                      <a:headEnd type="none" w="sm" len="sm"/>
                      <a:tailEnd type="none" w="sm" len="sm"/>
                    </a:lnB>
                    <a:solidFill>
                      <a:schemeClr val="accent1">
                        <a:lumMod val="10000"/>
                        <a:lumOff val="90000"/>
                      </a:schemeClr>
                    </a:solidFill>
                  </a:tcPr>
                </a:tc>
                <a:tc>
                  <a:txBody>
                    <a:bodyPr/>
                    <a:lstStyle/>
                    <a:p>
                      <a:pPr marL="0" lvl="0" indent="0" algn="ctr" rtl="0">
                        <a:spcBef>
                          <a:spcPts val="0"/>
                        </a:spcBef>
                        <a:spcAft>
                          <a:spcPts val="0"/>
                        </a:spcAft>
                        <a:buNone/>
                      </a:pPr>
                      <a:r>
                        <a:rPr lang="en-US" dirty="0">
                          <a:latin typeface="Montserrat" panose="00000500000000000000" pitchFamily="2" charset="0"/>
                        </a:rPr>
                        <a:t>0.971</a:t>
                      </a:r>
                      <a:endParaRPr dirty="0">
                        <a:latin typeface="Montserrat" panose="00000500000000000000" pitchFamily="2" charset="0"/>
                      </a:endParaRPr>
                    </a:p>
                  </a:txBody>
                  <a:tcPr marL="91425" marR="91425" marT="91425" marB="91425">
                    <a:lnL w="28575" cap="flat" cmpd="sng">
                      <a:solidFill>
                        <a:schemeClr val="dk2">
                          <a:alpha val="0"/>
                        </a:schemeClr>
                      </a:solidFill>
                      <a:prstDash val="solid"/>
                      <a:round/>
                      <a:headEnd type="none" w="sm" len="sm"/>
                      <a:tailEnd type="none" w="sm" len="sm"/>
                    </a:lnL>
                    <a:lnR w="28575" cap="flat" cmpd="sng">
                      <a:solidFill>
                        <a:schemeClr val="dk2">
                          <a:alpha val="0"/>
                        </a:schemeClr>
                      </a:solidFill>
                      <a:prstDash val="solid"/>
                      <a:round/>
                      <a:headEnd type="none" w="sm" len="sm"/>
                      <a:tailEnd type="none" w="sm" len="sm"/>
                    </a:lnR>
                    <a:lnT w="28575" cap="flat" cmpd="sng">
                      <a:solidFill>
                        <a:schemeClr val="dk2">
                          <a:alpha val="0"/>
                        </a:schemeClr>
                      </a:solidFill>
                      <a:prstDash val="solid"/>
                      <a:round/>
                      <a:headEnd type="none" w="sm" len="sm"/>
                      <a:tailEnd type="none" w="sm" len="sm"/>
                    </a:lnT>
                    <a:lnB w="28575" cap="flat" cmpd="sng">
                      <a:solidFill>
                        <a:schemeClr val="dk2">
                          <a:alpha val="0"/>
                        </a:schemeClr>
                      </a:solidFill>
                      <a:prstDash val="solid"/>
                      <a:round/>
                      <a:headEnd type="none" w="sm" len="sm"/>
                      <a:tailEnd type="none" w="sm" len="sm"/>
                    </a:lnB>
                    <a:solidFill>
                      <a:schemeClr val="accent1">
                        <a:lumMod val="10000"/>
                        <a:lumOff val="90000"/>
                      </a:schemeClr>
                    </a:solidFill>
                  </a:tcPr>
                </a:tc>
                <a:extLst>
                  <a:ext uri="{0D108BD9-81ED-4DB2-BD59-A6C34878D82A}">
                    <a16:rowId xmlns:a16="http://schemas.microsoft.com/office/drawing/2014/main" val="10001"/>
                  </a:ext>
                </a:extLst>
              </a:tr>
              <a:tr h="596600">
                <a:tc>
                  <a:txBody>
                    <a:bodyPr/>
                    <a:lstStyle/>
                    <a:p>
                      <a:pPr marL="0" lvl="0" indent="0" algn="ctr" rtl="0">
                        <a:spcBef>
                          <a:spcPts val="0"/>
                        </a:spcBef>
                        <a:spcAft>
                          <a:spcPts val="0"/>
                        </a:spcAft>
                        <a:buNone/>
                      </a:pPr>
                      <a:r>
                        <a:rPr lang="en-US" dirty="0">
                          <a:latin typeface="Montserrat" panose="00000500000000000000" pitchFamily="2" charset="0"/>
                        </a:rPr>
                        <a:t>Recall**</a:t>
                      </a:r>
                      <a:endParaRPr dirty="0">
                        <a:solidFill>
                          <a:schemeClr val="dk1"/>
                        </a:solidFill>
                        <a:latin typeface="Montserrat" panose="00000500000000000000" pitchFamily="2" charset="0"/>
                        <a:ea typeface="Montserrat"/>
                        <a:cs typeface="Montserrat"/>
                        <a:sym typeface="Montserrat"/>
                      </a:endParaRPr>
                    </a:p>
                  </a:txBody>
                  <a:tcPr marL="91425" marR="91425" marT="91425" marB="91425" anchor="ctr">
                    <a:lnL w="28575" cap="flat" cmpd="sng">
                      <a:solidFill>
                        <a:schemeClr val="dk2">
                          <a:alpha val="0"/>
                        </a:schemeClr>
                      </a:solidFill>
                      <a:prstDash val="solid"/>
                      <a:round/>
                      <a:headEnd type="none" w="sm" len="sm"/>
                      <a:tailEnd type="none" w="sm" len="sm"/>
                    </a:lnL>
                    <a:lnR w="28575" cap="flat" cmpd="sng">
                      <a:solidFill>
                        <a:schemeClr val="dk2">
                          <a:alpha val="0"/>
                        </a:schemeClr>
                      </a:solidFill>
                      <a:prstDash val="solid"/>
                      <a:round/>
                      <a:headEnd type="none" w="sm" len="sm"/>
                      <a:tailEnd type="none" w="sm" len="sm"/>
                    </a:lnR>
                    <a:lnT w="28575" cap="flat" cmpd="sng">
                      <a:solidFill>
                        <a:schemeClr val="dk2">
                          <a:alpha val="0"/>
                        </a:schemeClr>
                      </a:solidFill>
                      <a:prstDash val="solid"/>
                      <a:round/>
                      <a:headEnd type="none" w="sm" len="sm"/>
                      <a:tailEnd type="none" w="sm" len="sm"/>
                    </a:lnT>
                    <a:lnB w="28575" cap="flat" cmpd="sng">
                      <a:solidFill>
                        <a:schemeClr val="dk2">
                          <a:alpha val="0"/>
                        </a:schemeClr>
                      </a:solidFill>
                      <a:prstDash val="solid"/>
                      <a:round/>
                      <a:headEnd type="none" w="sm" len="sm"/>
                      <a:tailEnd type="none" w="sm" len="sm"/>
                    </a:lnB>
                    <a:solidFill>
                      <a:schemeClr val="accent1">
                        <a:lumMod val="10000"/>
                        <a:lumOff val="90000"/>
                      </a:schemeClr>
                    </a:solidFill>
                  </a:tcPr>
                </a:tc>
                <a:tc>
                  <a:txBody>
                    <a:bodyPr/>
                    <a:lstStyle/>
                    <a:p>
                      <a:pPr marL="0" lvl="0" indent="0" algn="ctr" rtl="0">
                        <a:spcBef>
                          <a:spcPts val="0"/>
                        </a:spcBef>
                        <a:spcAft>
                          <a:spcPts val="0"/>
                        </a:spcAft>
                        <a:buNone/>
                      </a:pPr>
                      <a:r>
                        <a:rPr lang="en-US" dirty="0">
                          <a:latin typeface="Montserrat" panose="00000500000000000000" pitchFamily="2" charset="0"/>
                        </a:rPr>
                        <a:t>0.947</a:t>
                      </a:r>
                      <a:endParaRPr dirty="0">
                        <a:latin typeface="Montserrat" panose="00000500000000000000" pitchFamily="2" charset="0"/>
                      </a:endParaRPr>
                    </a:p>
                  </a:txBody>
                  <a:tcPr marL="91425" marR="91425" marT="91425" marB="91425">
                    <a:lnL w="28575" cap="flat" cmpd="sng">
                      <a:solidFill>
                        <a:schemeClr val="dk2">
                          <a:alpha val="0"/>
                        </a:schemeClr>
                      </a:solidFill>
                      <a:prstDash val="solid"/>
                      <a:round/>
                      <a:headEnd type="none" w="sm" len="sm"/>
                      <a:tailEnd type="none" w="sm" len="sm"/>
                    </a:lnL>
                    <a:lnR w="28575" cap="flat" cmpd="sng">
                      <a:solidFill>
                        <a:schemeClr val="dk2">
                          <a:alpha val="0"/>
                        </a:schemeClr>
                      </a:solidFill>
                      <a:prstDash val="solid"/>
                      <a:round/>
                      <a:headEnd type="none" w="sm" len="sm"/>
                      <a:tailEnd type="none" w="sm" len="sm"/>
                    </a:lnR>
                    <a:lnT w="28575" cap="flat" cmpd="sng">
                      <a:solidFill>
                        <a:schemeClr val="dk2">
                          <a:alpha val="0"/>
                        </a:schemeClr>
                      </a:solidFill>
                      <a:prstDash val="solid"/>
                      <a:round/>
                      <a:headEnd type="none" w="sm" len="sm"/>
                      <a:tailEnd type="none" w="sm" len="sm"/>
                    </a:lnT>
                    <a:lnB w="28575" cap="flat" cmpd="sng">
                      <a:solidFill>
                        <a:schemeClr val="dk2">
                          <a:alpha val="0"/>
                        </a:schemeClr>
                      </a:solidFill>
                      <a:prstDash val="solid"/>
                      <a:round/>
                      <a:headEnd type="none" w="sm" len="sm"/>
                      <a:tailEnd type="none" w="sm" len="sm"/>
                    </a:lnB>
                    <a:solidFill>
                      <a:schemeClr val="accent1">
                        <a:lumMod val="10000"/>
                        <a:lumOff val="90000"/>
                      </a:schemeClr>
                    </a:solidFill>
                  </a:tcPr>
                </a:tc>
                <a:tc>
                  <a:txBody>
                    <a:bodyPr/>
                    <a:lstStyle/>
                    <a:p>
                      <a:pPr marL="0" lvl="0" indent="0" algn="ctr" rtl="0">
                        <a:spcBef>
                          <a:spcPts val="0"/>
                        </a:spcBef>
                        <a:spcAft>
                          <a:spcPts val="0"/>
                        </a:spcAft>
                        <a:buNone/>
                      </a:pPr>
                      <a:r>
                        <a:rPr lang="en-US" dirty="0">
                          <a:latin typeface="Montserrat" panose="00000500000000000000" pitchFamily="2" charset="0"/>
                        </a:rPr>
                        <a:t>0.946</a:t>
                      </a:r>
                      <a:endParaRPr dirty="0">
                        <a:latin typeface="Montserrat" panose="00000500000000000000" pitchFamily="2" charset="0"/>
                      </a:endParaRPr>
                    </a:p>
                  </a:txBody>
                  <a:tcPr marL="91425" marR="91425" marT="91425" marB="91425">
                    <a:lnL w="28575" cap="flat" cmpd="sng">
                      <a:solidFill>
                        <a:schemeClr val="dk2">
                          <a:alpha val="0"/>
                        </a:schemeClr>
                      </a:solidFill>
                      <a:prstDash val="solid"/>
                      <a:round/>
                      <a:headEnd type="none" w="sm" len="sm"/>
                      <a:tailEnd type="none" w="sm" len="sm"/>
                    </a:lnL>
                    <a:lnR w="28575" cap="flat" cmpd="sng">
                      <a:solidFill>
                        <a:schemeClr val="dk2">
                          <a:alpha val="0"/>
                        </a:schemeClr>
                      </a:solidFill>
                      <a:prstDash val="solid"/>
                      <a:round/>
                      <a:headEnd type="none" w="sm" len="sm"/>
                      <a:tailEnd type="none" w="sm" len="sm"/>
                    </a:lnR>
                    <a:lnT w="28575" cap="flat" cmpd="sng">
                      <a:solidFill>
                        <a:schemeClr val="dk2">
                          <a:alpha val="0"/>
                        </a:schemeClr>
                      </a:solidFill>
                      <a:prstDash val="solid"/>
                      <a:round/>
                      <a:headEnd type="none" w="sm" len="sm"/>
                      <a:tailEnd type="none" w="sm" len="sm"/>
                    </a:lnT>
                    <a:lnB w="28575" cap="flat" cmpd="sng">
                      <a:solidFill>
                        <a:schemeClr val="dk2">
                          <a:alpha val="0"/>
                        </a:schemeClr>
                      </a:solidFill>
                      <a:prstDash val="solid"/>
                      <a:round/>
                      <a:headEnd type="none" w="sm" len="sm"/>
                      <a:tailEnd type="none" w="sm" len="sm"/>
                    </a:lnB>
                    <a:solidFill>
                      <a:schemeClr val="accent1">
                        <a:lumMod val="10000"/>
                        <a:lumOff val="90000"/>
                      </a:schemeClr>
                    </a:solidFill>
                  </a:tcPr>
                </a:tc>
                <a:extLst>
                  <a:ext uri="{0D108BD9-81ED-4DB2-BD59-A6C34878D82A}">
                    <a16:rowId xmlns:a16="http://schemas.microsoft.com/office/drawing/2014/main" val="10002"/>
                  </a:ext>
                </a:extLst>
              </a:tr>
              <a:tr h="549600">
                <a:tc>
                  <a:txBody>
                    <a:bodyPr/>
                    <a:lstStyle/>
                    <a:p>
                      <a:pPr marL="0" lvl="0" indent="0" algn="ctr" rtl="0">
                        <a:spcBef>
                          <a:spcPts val="0"/>
                        </a:spcBef>
                        <a:spcAft>
                          <a:spcPts val="0"/>
                        </a:spcAft>
                        <a:buNone/>
                      </a:pPr>
                      <a:r>
                        <a:rPr lang="en-US" dirty="0">
                          <a:latin typeface="Montserrat" panose="00000500000000000000" pitchFamily="2" charset="0"/>
                        </a:rPr>
                        <a:t>mAP50***</a:t>
                      </a:r>
                      <a:endParaRPr dirty="0">
                        <a:solidFill>
                          <a:schemeClr val="dk1"/>
                        </a:solidFill>
                        <a:latin typeface="Montserrat" panose="00000500000000000000" pitchFamily="2" charset="0"/>
                        <a:ea typeface="Montserrat"/>
                        <a:cs typeface="Montserrat"/>
                        <a:sym typeface="Montserrat"/>
                      </a:endParaRPr>
                    </a:p>
                  </a:txBody>
                  <a:tcPr marL="91425" marR="91425" marT="91425" marB="91425" anchor="ctr">
                    <a:lnL w="28575" cap="flat" cmpd="sng">
                      <a:solidFill>
                        <a:schemeClr val="dk2">
                          <a:alpha val="0"/>
                        </a:schemeClr>
                      </a:solidFill>
                      <a:prstDash val="solid"/>
                      <a:round/>
                      <a:headEnd type="none" w="sm" len="sm"/>
                      <a:tailEnd type="none" w="sm" len="sm"/>
                    </a:lnL>
                    <a:lnR w="28575" cap="flat" cmpd="sng">
                      <a:solidFill>
                        <a:schemeClr val="dk2">
                          <a:alpha val="0"/>
                        </a:schemeClr>
                      </a:solidFill>
                      <a:prstDash val="solid"/>
                      <a:round/>
                      <a:headEnd type="none" w="sm" len="sm"/>
                      <a:tailEnd type="none" w="sm" len="sm"/>
                    </a:lnR>
                    <a:lnT w="28575" cap="flat" cmpd="sng">
                      <a:solidFill>
                        <a:schemeClr val="dk2">
                          <a:alpha val="0"/>
                        </a:schemeClr>
                      </a:solidFill>
                      <a:prstDash val="solid"/>
                      <a:round/>
                      <a:headEnd type="none" w="sm" len="sm"/>
                      <a:tailEnd type="none" w="sm" len="sm"/>
                    </a:lnT>
                    <a:lnB w="28575" cap="flat" cmpd="sng">
                      <a:solidFill>
                        <a:schemeClr val="dk2">
                          <a:alpha val="0"/>
                        </a:schemeClr>
                      </a:solidFill>
                      <a:prstDash val="solid"/>
                      <a:round/>
                      <a:headEnd type="none" w="sm" len="sm"/>
                      <a:tailEnd type="none" w="sm" len="sm"/>
                    </a:lnB>
                    <a:solidFill>
                      <a:schemeClr val="accent1">
                        <a:lumMod val="10000"/>
                        <a:lumOff val="90000"/>
                      </a:schemeClr>
                    </a:solidFill>
                  </a:tcPr>
                </a:tc>
                <a:tc>
                  <a:txBody>
                    <a:bodyPr/>
                    <a:lstStyle/>
                    <a:p>
                      <a:pPr marL="0" lvl="0" indent="0" algn="ctr" rtl="0">
                        <a:spcBef>
                          <a:spcPts val="0"/>
                        </a:spcBef>
                        <a:spcAft>
                          <a:spcPts val="0"/>
                        </a:spcAft>
                        <a:buNone/>
                      </a:pPr>
                      <a:r>
                        <a:rPr lang="en-US" dirty="0">
                          <a:latin typeface="Montserrat" panose="00000500000000000000" pitchFamily="2" charset="0"/>
                        </a:rPr>
                        <a:t>0.967</a:t>
                      </a:r>
                      <a:endParaRPr dirty="0">
                        <a:latin typeface="Montserrat" panose="00000500000000000000" pitchFamily="2" charset="0"/>
                      </a:endParaRPr>
                    </a:p>
                  </a:txBody>
                  <a:tcPr marL="91425" marR="91425" marT="91425" marB="91425">
                    <a:lnL w="28575" cap="flat" cmpd="sng">
                      <a:solidFill>
                        <a:schemeClr val="dk2">
                          <a:alpha val="0"/>
                        </a:schemeClr>
                      </a:solidFill>
                      <a:prstDash val="solid"/>
                      <a:round/>
                      <a:headEnd type="none" w="sm" len="sm"/>
                      <a:tailEnd type="none" w="sm" len="sm"/>
                    </a:lnL>
                    <a:lnR w="28575" cap="flat" cmpd="sng">
                      <a:solidFill>
                        <a:schemeClr val="dk2">
                          <a:alpha val="0"/>
                        </a:schemeClr>
                      </a:solidFill>
                      <a:prstDash val="solid"/>
                      <a:round/>
                      <a:headEnd type="none" w="sm" len="sm"/>
                      <a:tailEnd type="none" w="sm" len="sm"/>
                    </a:lnR>
                    <a:lnT w="28575" cap="flat" cmpd="sng">
                      <a:solidFill>
                        <a:schemeClr val="dk2">
                          <a:alpha val="0"/>
                        </a:schemeClr>
                      </a:solidFill>
                      <a:prstDash val="solid"/>
                      <a:round/>
                      <a:headEnd type="none" w="sm" len="sm"/>
                      <a:tailEnd type="none" w="sm" len="sm"/>
                    </a:lnT>
                    <a:lnB w="28575" cap="flat" cmpd="sng">
                      <a:solidFill>
                        <a:schemeClr val="dk2">
                          <a:alpha val="0"/>
                        </a:schemeClr>
                      </a:solidFill>
                      <a:prstDash val="solid"/>
                      <a:round/>
                      <a:headEnd type="none" w="sm" len="sm"/>
                      <a:tailEnd type="none" w="sm" len="sm"/>
                    </a:lnB>
                    <a:solidFill>
                      <a:schemeClr val="accent1">
                        <a:lumMod val="10000"/>
                        <a:lumOff val="90000"/>
                      </a:schemeClr>
                    </a:solidFill>
                  </a:tcPr>
                </a:tc>
                <a:tc>
                  <a:txBody>
                    <a:bodyPr/>
                    <a:lstStyle/>
                    <a:p>
                      <a:pPr marL="0" lvl="0" indent="0" algn="ctr" rtl="0">
                        <a:spcBef>
                          <a:spcPts val="0"/>
                        </a:spcBef>
                        <a:spcAft>
                          <a:spcPts val="0"/>
                        </a:spcAft>
                        <a:buNone/>
                      </a:pPr>
                      <a:r>
                        <a:rPr lang="en-US" dirty="0">
                          <a:latin typeface="Montserrat" panose="00000500000000000000" pitchFamily="2" charset="0"/>
                        </a:rPr>
                        <a:t>0.972</a:t>
                      </a:r>
                      <a:endParaRPr dirty="0">
                        <a:latin typeface="Montserrat" panose="00000500000000000000" pitchFamily="2" charset="0"/>
                      </a:endParaRPr>
                    </a:p>
                  </a:txBody>
                  <a:tcPr marL="91425" marR="91425" marT="91425" marB="91425">
                    <a:lnL w="28575" cap="flat" cmpd="sng">
                      <a:solidFill>
                        <a:schemeClr val="dk2">
                          <a:alpha val="0"/>
                        </a:schemeClr>
                      </a:solidFill>
                      <a:prstDash val="solid"/>
                      <a:round/>
                      <a:headEnd type="none" w="sm" len="sm"/>
                      <a:tailEnd type="none" w="sm" len="sm"/>
                    </a:lnL>
                    <a:lnR w="28575" cap="flat" cmpd="sng">
                      <a:solidFill>
                        <a:schemeClr val="dk2">
                          <a:alpha val="0"/>
                        </a:schemeClr>
                      </a:solidFill>
                      <a:prstDash val="solid"/>
                      <a:round/>
                      <a:headEnd type="none" w="sm" len="sm"/>
                      <a:tailEnd type="none" w="sm" len="sm"/>
                    </a:lnR>
                    <a:lnT w="28575" cap="flat" cmpd="sng">
                      <a:solidFill>
                        <a:schemeClr val="dk2">
                          <a:alpha val="0"/>
                        </a:schemeClr>
                      </a:solidFill>
                      <a:prstDash val="solid"/>
                      <a:round/>
                      <a:headEnd type="none" w="sm" len="sm"/>
                      <a:tailEnd type="none" w="sm" len="sm"/>
                    </a:lnT>
                    <a:lnB w="28575" cap="flat" cmpd="sng">
                      <a:solidFill>
                        <a:schemeClr val="dk2">
                          <a:alpha val="0"/>
                        </a:schemeClr>
                      </a:solidFill>
                      <a:prstDash val="solid"/>
                      <a:round/>
                      <a:headEnd type="none" w="sm" len="sm"/>
                      <a:tailEnd type="none" w="sm" len="sm"/>
                    </a:lnB>
                    <a:solidFill>
                      <a:schemeClr val="accent1">
                        <a:lumMod val="10000"/>
                        <a:lumOff val="90000"/>
                      </a:schemeClr>
                    </a:solidFill>
                  </a:tcPr>
                </a:tc>
                <a:extLst>
                  <a:ext uri="{0D108BD9-81ED-4DB2-BD59-A6C34878D82A}">
                    <a16:rowId xmlns:a16="http://schemas.microsoft.com/office/drawing/2014/main" val="10003"/>
                  </a:ext>
                </a:extLst>
              </a:tr>
              <a:tr h="3962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Montserrat" panose="00000500000000000000" pitchFamily="2" charset="0"/>
                        </a:rPr>
                        <a:t>mAP50-95****</a:t>
                      </a:r>
                    </a:p>
                  </a:txBody>
                  <a:tcPr marL="91425" marR="91425" marT="91425" marB="91425" anchor="ctr">
                    <a:lnL w="28575" cap="flat" cmpd="sng">
                      <a:solidFill>
                        <a:schemeClr val="dk2">
                          <a:alpha val="0"/>
                        </a:schemeClr>
                      </a:solidFill>
                      <a:prstDash val="solid"/>
                      <a:round/>
                      <a:headEnd type="none" w="sm" len="sm"/>
                      <a:tailEnd type="none" w="sm" len="sm"/>
                    </a:lnL>
                    <a:lnR w="28575" cap="flat" cmpd="sng">
                      <a:solidFill>
                        <a:schemeClr val="dk2">
                          <a:alpha val="0"/>
                        </a:schemeClr>
                      </a:solidFill>
                      <a:prstDash val="solid"/>
                      <a:round/>
                      <a:headEnd type="none" w="sm" len="sm"/>
                      <a:tailEnd type="none" w="sm" len="sm"/>
                    </a:lnR>
                    <a:lnT w="28575" cap="flat" cmpd="sng">
                      <a:solidFill>
                        <a:schemeClr val="dk2">
                          <a:alpha val="0"/>
                        </a:schemeClr>
                      </a:solidFill>
                      <a:prstDash val="solid"/>
                      <a:round/>
                      <a:headEnd type="none" w="sm" len="sm"/>
                      <a:tailEnd type="none" w="sm" len="sm"/>
                    </a:lnT>
                    <a:lnB w="28575" cap="flat" cmpd="sng">
                      <a:solidFill>
                        <a:schemeClr val="dk2">
                          <a:alpha val="0"/>
                        </a:schemeClr>
                      </a:solidFill>
                      <a:prstDash val="solid"/>
                      <a:round/>
                      <a:headEnd type="none" w="sm" len="sm"/>
                      <a:tailEnd type="none" w="sm" len="sm"/>
                    </a:lnB>
                    <a:solidFill>
                      <a:schemeClr val="accent1">
                        <a:lumMod val="10000"/>
                        <a:lumOff val="90000"/>
                      </a:schemeClr>
                    </a:solidFill>
                  </a:tcPr>
                </a:tc>
                <a:tc>
                  <a:txBody>
                    <a:bodyPr/>
                    <a:lstStyle/>
                    <a:p>
                      <a:pPr marL="0" lvl="0" indent="0" algn="ctr" rtl="0">
                        <a:spcBef>
                          <a:spcPts val="0"/>
                        </a:spcBef>
                        <a:spcAft>
                          <a:spcPts val="0"/>
                        </a:spcAft>
                        <a:buNone/>
                      </a:pPr>
                      <a:r>
                        <a:rPr lang="en-US" dirty="0">
                          <a:latin typeface="Montserrat" panose="00000500000000000000" pitchFamily="2" charset="0"/>
                        </a:rPr>
                        <a:t>0.529</a:t>
                      </a:r>
                      <a:endParaRPr dirty="0">
                        <a:latin typeface="Montserrat" panose="00000500000000000000" pitchFamily="2" charset="0"/>
                      </a:endParaRPr>
                    </a:p>
                  </a:txBody>
                  <a:tcPr marL="91425" marR="91425" marT="91425" marB="91425">
                    <a:lnL w="28575" cap="flat" cmpd="sng">
                      <a:solidFill>
                        <a:schemeClr val="dk2">
                          <a:alpha val="0"/>
                        </a:schemeClr>
                      </a:solidFill>
                      <a:prstDash val="solid"/>
                      <a:round/>
                      <a:headEnd type="none" w="sm" len="sm"/>
                      <a:tailEnd type="none" w="sm" len="sm"/>
                    </a:lnL>
                    <a:lnR w="28575" cap="flat" cmpd="sng">
                      <a:solidFill>
                        <a:schemeClr val="dk2">
                          <a:alpha val="0"/>
                        </a:schemeClr>
                      </a:solidFill>
                      <a:prstDash val="solid"/>
                      <a:round/>
                      <a:headEnd type="none" w="sm" len="sm"/>
                      <a:tailEnd type="none" w="sm" len="sm"/>
                    </a:lnR>
                    <a:lnT w="28575" cap="flat" cmpd="sng">
                      <a:solidFill>
                        <a:schemeClr val="dk2">
                          <a:alpha val="0"/>
                        </a:schemeClr>
                      </a:solidFill>
                      <a:prstDash val="solid"/>
                      <a:round/>
                      <a:headEnd type="none" w="sm" len="sm"/>
                      <a:tailEnd type="none" w="sm" len="sm"/>
                    </a:lnT>
                    <a:lnB w="28575" cap="flat" cmpd="sng">
                      <a:solidFill>
                        <a:schemeClr val="dk2">
                          <a:alpha val="0"/>
                        </a:schemeClr>
                      </a:solidFill>
                      <a:prstDash val="solid"/>
                      <a:round/>
                      <a:headEnd type="none" w="sm" len="sm"/>
                      <a:tailEnd type="none" w="sm" len="sm"/>
                    </a:lnB>
                    <a:solidFill>
                      <a:schemeClr val="accent1">
                        <a:lumMod val="10000"/>
                        <a:lumOff val="90000"/>
                      </a:schemeClr>
                    </a:solidFill>
                  </a:tcPr>
                </a:tc>
                <a:tc>
                  <a:txBody>
                    <a:bodyPr/>
                    <a:lstStyle/>
                    <a:p>
                      <a:pPr marL="0" lvl="0" indent="0" algn="ctr" rtl="0">
                        <a:spcBef>
                          <a:spcPts val="0"/>
                        </a:spcBef>
                        <a:spcAft>
                          <a:spcPts val="0"/>
                        </a:spcAft>
                        <a:buNone/>
                      </a:pPr>
                      <a:r>
                        <a:rPr lang="en-US" dirty="0">
                          <a:latin typeface="Montserrat" panose="00000500000000000000" pitchFamily="2" charset="0"/>
                        </a:rPr>
                        <a:t>0.527</a:t>
                      </a:r>
                      <a:endParaRPr dirty="0">
                        <a:latin typeface="Montserrat" panose="00000500000000000000" pitchFamily="2" charset="0"/>
                      </a:endParaRPr>
                    </a:p>
                  </a:txBody>
                  <a:tcPr marL="91425" marR="91425" marT="91425" marB="91425">
                    <a:lnL w="28575" cap="flat" cmpd="sng">
                      <a:solidFill>
                        <a:schemeClr val="dk2">
                          <a:alpha val="0"/>
                        </a:schemeClr>
                      </a:solidFill>
                      <a:prstDash val="solid"/>
                      <a:round/>
                      <a:headEnd type="none" w="sm" len="sm"/>
                      <a:tailEnd type="none" w="sm" len="sm"/>
                    </a:lnL>
                    <a:lnR w="28575" cap="flat" cmpd="sng">
                      <a:solidFill>
                        <a:schemeClr val="dk2">
                          <a:alpha val="0"/>
                        </a:schemeClr>
                      </a:solidFill>
                      <a:prstDash val="solid"/>
                      <a:round/>
                      <a:headEnd type="none" w="sm" len="sm"/>
                      <a:tailEnd type="none" w="sm" len="sm"/>
                    </a:lnR>
                    <a:lnT w="28575" cap="flat" cmpd="sng">
                      <a:solidFill>
                        <a:schemeClr val="dk2">
                          <a:alpha val="0"/>
                        </a:schemeClr>
                      </a:solidFill>
                      <a:prstDash val="solid"/>
                      <a:round/>
                      <a:headEnd type="none" w="sm" len="sm"/>
                      <a:tailEnd type="none" w="sm" len="sm"/>
                    </a:lnT>
                    <a:lnB w="28575" cap="flat" cmpd="sng">
                      <a:solidFill>
                        <a:schemeClr val="dk2">
                          <a:alpha val="0"/>
                        </a:schemeClr>
                      </a:solidFill>
                      <a:prstDash val="solid"/>
                      <a:round/>
                      <a:headEnd type="none" w="sm" len="sm"/>
                      <a:tailEnd type="none" w="sm" len="sm"/>
                    </a:lnB>
                    <a:solidFill>
                      <a:schemeClr val="accent1">
                        <a:lumMod val="10000"/>
                        <a:lumOff val="90000"/>
                      </a:schemeClr>
                    </a:solidFill>
                  </a:tcPr>
                </a:tc>
                <a:extLst>
                  <a:ext uri="{0D108BD9-81ED-4DB2-BD59-A6C34878D82A}">
                    <a16:rowId xmlns:a16="http://schemas.microsoft.com/office/drawing/2014/main" val="10004"/>
                  </a:ext>
                </a:extLst>
              </a:tr>
            </a:tbl>
          </a:graphicData>
        </a:graphic>
      </p:graphicFrame>
      <p:sp>
        <p:nvSpPr>
          <p:cNvPr id="4" name="TextBox 3">
            <a:extLst>
              <a:ext uri="{FF2B5EF4-FFF2-40B4-BE49-F238E27FC236}">
                <a16:creationId xmlns:a16="http://schemas.microsoft.com/office/drawing/2014/main" id="{939282DD-868F-8244-3844-B02C38923A58}"/>
              </a:ext>
            </a:extLst>
          </p:cNvPr>
          <p:cNvSpPr txBox="1"/>
          <p:nvPr/>
        </p:nvSpPr>
        <p:spPr>
          <a:xfrm>
            <a:off x="91440" y="4154976"/>
            <a:ext cx="2413000" cy="261610"/>
          </a:xfrm>
          <a:prstGeom prst="rect">
            <a:avLst/>
          </a:prstGeom>
          <a:noFill/>
        </p:spPr>
        <p:txBody>
          <a:bodyPr wrap="square">
            <a:spAutoFit/>
          </a:bodyPr>
          <a:lstStyle/>
          <a:p>
            <a:pPr>
              <a:buNone/>
            </a:pPr>
            <a:r>
              <a:rPr lang="en-US" sz="1100" dirty="0">
                <a:latin typeface="Montserrat" panose="00000500000000000000" pitchFamily="2" charset="0"/>
              </a:rPr>
              <a:t>* Precision</a:t>
            </a:r>
            <a:r>
              <a:rPr lang="ar-EG" sz="1100" dirty="0">
                <a:latin typeface="Montserrat" panose="00000500000000000000" pitchFamily="2" charset="0"/>
              </a:rPr>
              <a:t> </a:t>
            </a:r>
            <a:r>
              <a:rPr lang="en-US" sz="1100" dirty="0">
                <a:latin typeface="Montserrat" panose="00000500000000000000" pitchFamily="2" charset="0"/>
              </a:rPr>
              <a:t>=</a:t>
            </a:r>
            <a:r>
              <a:rPr lang="ar-EG" sz="1100" dirty="0">
                <a:latin typeface="Montserrat" panose="00000500000000000000" pitchFamily="2" charset="0"/>
              </a:rPr>
              <a:t> </a:t>
            </a:r>
            <a:r>
              <a:rPr lang="en-US" sz="1100" dirty="0">
                <a:latin typeface="Montserrat" panose="00000500000000000000" pitchFamily="2" charset="0"/>
              </a:rPr>
              <a:t>TP / FP+TP​ </a:t>
            </a:r>
          </a:p>
        </p:txBody>
      </p:sp>
      <p:sp>
        <p:nvSpPr>
          <p:cNvPr id="6" name="TextBox 5">
            <a:extLst>
              <a:ext uri="{FF2B5EF4-FFF2-40B4-BE49-F238E27FC236}">
                <a16:creationId xmlns:a16="http://schemas.microsoft.com/office/drawing/2014/main" id="{80A9610B-4EFE-A8F7-09C4-9D55E3C3C254}"/>
              </a:ext>
            </a:extLst>
          </p:cNvPr>
          <p:cNvSpPr txBox="1"/>
          <p:nvPr/>
        </p:nvSpPr>
        <p:spPr>
          <a:xfrm>
            <a:off x="91440" y="4629520"/>
            <a:ext cx="2209800" cy="261610"/>
          </a:xfrm>
          <a:prstGeom prst="rect">
            <a:avLst/>
          </a:prstGeom>
          <a:noFill/>
        </p:spPr>
        <p:txBody>
          <a:bodyPr wrap="square">
            <a:spAutoFit/>
          </a:bodyPr>
          <a:lstStyle/>
          <a:p>
            <a:pPr>
              <a:buNone/>
            </a:pPr>
            <a:r>
              <a:rPr lang="en-US" sz="1100" dirty="0">
                <a:latin typeface="Montserrat" panose="00000500000000000000" pitchFamily="2" charset="0"/>
              </a:rPr>
              <a:t>** Recall = TP / FN+TP​ </a:t>
            </a:r>
          </a:p>
        </p:txBody>
      </p:sp>
      <p:sp>
        <p:nvSpPr>
          <p:cNvPr id="10" name="TextBox 9">
            <a:extLst>
              <a:ext uri="{FF2B5EF4-FFF2-40B4-BE49-F238E27FC236}">
                <a16:creationId xmlns:a16="http://schemas.microsoft.com/office/drawing/2014/main" id="{29F0E68F-8C1D-546C-627B-B30C49D8ED08}"/>
              </a:ext>
            </a:extLst>
          </p:cNvPr>
          <p:cNvSpPr txBox="1"/>
          <p:nvPr/>
        </p:nvSpPr>
        <p:spPr>
          <a:xfrm>
            <a:off x="2301240" y="4137916"/>
            <a:ext cx="6431280" cy="938719"/>
          </a:xfrm>
          <a:prstGeom prst="rect">
            <a:avLst/>
          </a:prstGeom>
          <a:noFill/>
        </p:spPr>
        <p:txBody>
          <a:bodyPr wrap="square">
            <a:spAutoFit/>
          </a:bodyPr>
          <a:lstStyle/>
          <a:p>
            <a:r>
              <a:rPr lang="en-US" sz="1100" dirty="0">
                <a:latin typeface="Montserrat" panose="00000500000000000000" pitchFamily="2" charset="0"/>
              </a:rPr>
              <a:t>*** mAP50  : Mean Average Precision at </a:t>
            </a:r>
            <a:r>
              <a:rPr lang="en-US" sz="1100" dirty="0" err="1">
                <a:latin typeface="Montserrat" panose="00000500000000000000" pitchFamily="2" charset="0"/>
              </a:rPr>
              <a:t>IoU</a:t>
            </a:r>
            <a:r>
              <a:rPr lang="en-US" sz="1100" dirty="0">
                <a:latin typeface="Montserrat" panose="00000500000000000000" pitchFamily="2" charset="0"/>
              </a:rPr>
              <a:t> = 50%. Measures overall detection performance.</a:t>
            </a:r>
          </a:p>
          <a:p>
            <a:endParaRPr lang="en-US" sz="1100" dirty="0">
              <a:latin typeface="Montserrat" panose="00000500000000000000" pitchFamily="2" charset="0"/>
            </a:endParaRPr>
          </a:p>
          <a:p>
            <a:r>
              <a:rPr lang="en-US" sz="1100" dirty="0">
                <a:latin typeface="Montserrat" panose="00000500000000000000" pitchFamily="2" charset="0"/>
              </a:rPr>
              <a:t>**** mAP50-95 : Mean Average Precision averaged across </a:t>
            </a:r>
            <a:r>
              <a:rPr lang="en-US" sz="1100" dirty="0" err="1">
                <a:latin typeface="Montserrat" panose="00000500000000000000" pitchFamily="2" charset="0"/>
              </a:rPr>
              <a:t>IoU</a:t>
            </a:r>
            <a:r>
              <a:rPr lang="en-US" sz="1100" dirty="0">
                <a:latin typeface="Montserrat" panose="00000500000000000000" pitchFamily="2" charset="0"/>
              </a:rPr>
              <a:t> thresholds from 50% to 95%.</a:t>
            </a:r>
          </a:p>
          <a:p>
            <a:r>
              <a:rPr lang="en-US" sz="1100" dirty="0">
                <a:latin typeface="Montserrat" panose="00000500000000000000" pitchFamily="2" charset="0"/>
              </a:rPr>
              <a:t>Measures both detection and localization accuracy.</a:t>
            </a:r>
          </a:p>
        </p:txBody>
      </p:sp>
    </p:spTree>
    <p:extLst>
      <p:ext uri="{BB962C8B-B14F-4D97-AF65-F5344CB8AC3E}">
        <p14:creationId xmlns:p14="http://schemas.microsoft.com/office/powerpoint/2010/main" val="18784497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sp>
        <p:nvSpPr>
          <p:cNvPr id="648" name="Google Shape;648;p62"/>
          <p:cNvSpPr txBox="1">
            <a:spLocks noGrp="1"/>
          </p:cNvSpPr>
          <p:nvPr>
            <p:ph type="title"/>
          </p:nvPr>
        </p:nvSpPr>
        <p:spPr>
          <a:xfrm>
            <a:off x="713225" y="445025"/>
            <a:ext cx="3858900" cy="133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Thanks</a:t>
            </a:r>
            <a:endParaRPr/>
          </a:p>
        </p:txBody>
      </p:sp>
      <p:sp>
        <p:nvSpPr>
          <p:cNvPr id="649" name="Google Shape;649;p62"/>
          <p:cNvSpPr txBox="1"/>
          <p:nvPr/>
        </p:nvSpPr>
        <p:spPr>
          <a:xfrm>
            <a:off x="713225" y="1630928"/>
            <a:ext cx="3841200" cy="129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latin typeface="Montserrat"/>
                <a:ea typeface="Montserrat"/>
                <a:cs typeface="Montserrat"/>
                <a:sym typeface="Montserrat"/>
              </a:rPr>
              <a:t>Do you have any questions?</a:t>
            </a:r>
            <a:endParaRPr>
              <a:solidFill>
                <a:schemeClr val="accent2"/>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name="Management Consulting Toolkit by Slidesgo">
  <a:themeElements>
    <a:clrScheme name="Simple Light">
      <a:dk1>
        <a:srgbClr val="000000"/>
      </a:dk1>
      <a:lt1>
        <a:srgbClr val="FFFFFF"/>
      </a:lt1>
      <a:dk2>
        <a:srgbClr val="0E835C"/>
      </a:dk2>
      <a:lt2>
        <a:srgbClr val="EFEFEF"/>
      </a:lt2>
      <a:accent1>
        <a:srgbClr val="06503D"/>
      </a:accent1>
      <a:accent2>
        <a:srgbClr val="000000"/>
      </a:accent2>
      <a:accent3>
        <a:srgbClr val="0E835C"/>
      </a:accent3>
      <a:accent4>
        <a:srgbClr val="EFEFEF"/>
      </a:accent4>
      <a:accent5>
        <a:srgbClr val="06503D"/>
      </a:accent5>
      <a:accent6>
        <a:srgbClr val="000000"/>
      </a:accent6>
      <a:hlink>
        <a:srgbClr val="0A5E4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2402</TotalTime>
  <Words>1985</Words>
  <Application>Microsoft Office PowerPoint</Application>
  <PresentationFormat>On-screen Show (16:9)</PresentationFormat>
  <Paragraphs>196</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Fira Sans Extra Condensed Medium</vt:lpstr>
      <vt:lpstr>Arial</vt:lpstr>
      <vt:lpstr>Cambria Math</vt:lpstr>
      <vt:lpstr>Montserrat</vt:lpstr>
      <vt:lpstr>Barlow</vt:lpstr>
      <vt:lpstr>Management Consulting Toolkit by Slidesgo</vt:lpstr>
      <vt:lpstr>PCB Defect Detection</vt:lpstr>
      <vt:lpstr>Table of Contents</vt:lpstr>
      <vt:lpstr>Our Problem</vt:lpstr>
      <vt:lpstr>Our Problem</vt:lpstr>
      <vt:lpstr>Our Problem</vt:lpstr>
      <vt:lpstr>Data Analysis</vt:lpstr>
      <vt:lpstr>Dataset</vt:lpstr>
      <vt:lpstr>Dataset</vt:lpstr>
      <vt:lpstr>Solutions</vt:lpstr>
      <vt:lpstr>Training a model from scratch</vt:lpstr>
      <vt:lpstr>Training a model from scratch</vt:lpstr>
      <vt:lpstr>Training a model with a ResNet backbone</vt:lpstr>
      <vt:lpstr>Training a model with a ResNet backbone</vt:lpstr>
      <vt:lpstr>Alternatives</vt:lpstr>
      <vt:lpstr>Training a pretrained YOLOv11 model</vt:lpstr>
      <vt:lpstr>Training a pretrained YOLOv11 model enhanced with MC-VAM  (inspired by the paper “A multi-cognitive PCB defect detection model integrating Mamba)</vt:lpstr>
      <vt:lpstr>Comparing results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Aly Maged Ahmed</dc:creator>
  <cp:lastModifiedBy>a.ahmed63@campus.unimib.it</cp:lastModifiedBy>
  <cp:revision>74</cp:revision>
  <dcterms:modified xsi:type="dcterms:W3CDTF">2026-06-22T16:35:59Z</dcterms:modified>
</cp:coreProperties>
</file>